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Lst>
  <p:sldSz cy="6858000" cx="12192000"/>
  <p:notesSz cx="6858000" cy="9144000"/>
  <p:embeddedFontLst>
    <p:embeddedFont>
      <p:font typeface="Tahoma"/>
      <p:regular r:id="rId146"/>
      <p:bold r:id="rId1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8" roundtripDataSignature="AMtx7mjRcMZlXvDB4uBfT1tn5X6vJflG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148" Type="http://customschemas.google.com/relationships/presentationmetadata" Target="metadata"/><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3.xml"/><Relationship Id="rId147" Type="http://schemas.openxmlformats.org/officeDocument/2006/relationships/font" Target="fonts/Tahoma-bold.fntdata"/><Relationship Id="rId6" Type="http://schemas.openxmlformats.org/officeDocument/2006/relationships/notesMaster" Target="notesMasters/notesMaster1.xml"/><Relationship Id="rId146" Type="http://schemas.openxmlformats.org/officeDocument/2006/relationships/font" Target="fonts/Tahoma-regular.fntdata"/><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469" name="Google Shape;4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477" name="Google Shape;47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485" name="Google Shape;4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493" name="Google Shape;4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01" name="Google Shape;5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09" name="Google Shape;5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17" name="Google Shape;5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25" name="Google Shape;5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33" name="Google Shape;5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41" name="Google Shape;5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49" name="Google Shape;5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57" name="Google Shape;5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65" name="Google Shape;5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73" name="Google Shape;57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81" name="Google Shape;58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89" name="Google Shape;58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597" name="Google Shape;5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605" name="Google Shape;6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6" name="Google Shape;60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613" name="Google Shape;61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621" name="Google Shape;6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629" name="Google Shape;6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6" name="Google Shape;79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853" name="Google Shape;85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4" name="Google Shape;854;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861" name="Google Shape;86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2" name="Google Shape;86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869" name="Google Shape;86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0" name="Google Shape;870;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877" name="Google Shape;87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885" name="Google Shape;88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6" name="Google Shape;88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893" name="Google Shape;89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4" name="Google Shape;894;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01" name="Google Shape;90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2" name="Google Shape;902;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09" name="Google Shape;90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0" name="Google Shape;910;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17" name="Google Shape;91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8" name="Google Shape;918;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25" name="Google Shape;925;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6" name="Google Shape;926;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33" name="Google Shape;93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4" name="Google Shape;934;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41" name="Google Shape;941;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2" name="Google Shape;942;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49" name="Google Shape;949;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0" name="Google Shape;950;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57" name="Google Shape;957;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8" name="Google Shape;958;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65" name="Google Shape;965;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6" name="Google Shape;966;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74" name="Google Shape;97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5" name="Google Shape;975;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83" name="Google Shape;983;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4" name="Google Shape;984;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992" name="Google Shape;99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3" name="Google Shape;993;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00" name="Google Shape;100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1" name="Google Shape;1001;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08" name="Google Shape;1008;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9" name="Google Shape;1009;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16" name="Google Shape;1016;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7" name="Google Shape;1017;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24" name="Google Shape;1024;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5" name="Google Shape;1025;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32" name="Google Shape;1032;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3" name="Google Shape;1033;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40" name="Google Shape;1040;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1" name="Google Shape;1041;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48" name="Google Shape;104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9" name="Google Shape;104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56" name="Google Shape;1056;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7" name="Google Shape;1057;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64" name="Google Shape;106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5" name="Google Shape;1065;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72" name="Google Shape;1072;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3" name="Google Shape;1073;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80" name="Google Shape;1080;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1" name="Google Shape;1081;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88" name="Google Shape;1088;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9" name="Google Shape;1089;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096" name="Google Shape;1096;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7" name="Google Shape;1097;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04" name="Google Shape;1104;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5" name="Google Shape;1105;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12" name="Google Shape;1112;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3" name="Google Shape;1113;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20" name="Google Shape;1120;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1" name="Google Shape;1121;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28" name="Google Shape;1128;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9" name="Google Shape;1129;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36" name="Google Shape;1136;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7" name="Google Shape;1137;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44" name="Google Shape;114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5" name="Google Shape;1145;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52" name="Google Shape;1152;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60" name="Google Shape;1160;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1" name="Google Shape;1161;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68" name="Google Shape;1168;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9" name="Google Shape;1169;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76" name="Google Shape;1176;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7" name="Google Shape;1177;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84" name="Google Shape;1184;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5" name="Google Shape;1185;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192" name="Google Shape;1192;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3" name="Google Shape;1193;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200" name="Google Shape;1200;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1" name="Google Shape;1201;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208" name="Google Shape;120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9" name="Google Shape;1209;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
        <p:nvSpPr>
          <p:cNvPr id="1216" name="Google Shape;1216;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7" name="Google Shape;1217;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4" name="Google Shape;1224;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9" name="Google Shape;122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3" name="Google Shape;1243;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0" name="Google Shape;1250;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4" name="Google Shape;1264;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1" name="Google Shape;1271;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8" name="Google Shape;1278;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5" name="Google Shape;1285;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2" name="Google Shape;1292;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9" name="Google Shape;1299;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7" name="Google Shape;1307;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6" name="Google Shape;1316;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3" name="Google Shape;1323;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1" name="Google Shape;1331;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8" name="Google Shape;1338;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5" name="Google Shape;1345;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2" name="Google Shape;1352;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9" name="Google Shape;1359;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6" name="Google Shape;1366;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0" name="Google Shape;1380;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7" name="Google Shape;1387;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4" name="Google Shape;1394;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1" name="Google Shape;140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8" name="Google Shape;1408;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5" name="Google Shape;1415;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p1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2" name="Google Shape;1422;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9" name="Google Shape;1429;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6" name="Google Shape;1436;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3" name="Google Shape;1443;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7" name="Google Shape;1457;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1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5" name="Google Shape;1465;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1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3" name="Google Shape;1473;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0" name="Google Shape;1480;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p1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7" name="Google Shape;1487;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1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5" name="Google Shape;1495;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p1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3" name="Google Shape;1503;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p1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0" name="Google Shape;1510;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0" name="Shape 20"/>
        <p:cNvGrpSpPr/>
        <p:nvPr/>
      </p:nvGrpSpPr>
      <p:grpSpPr>
        <a:xfrm>
          <a:off x="0" y="0"/>
          <a:ext cx="0" cy="0"/>
          <a:chOff x="0" y="0"/>
          <a:chExt cx="0" cy="0"/>
        </a:xfrm>
      </p:grpSpPr>
      <p:sp>
        <p:nvSpPr>
          <p:cNvPr id="21" name="Google Shape;21;p141"/>
          <p:cNvSpPr/>
          <p:nvPr/>
        </p:nvSpPr>
        <p:spPr>
          <a:xfrm>
            <a:off x="11074400" y="0"/>
            <a:ext cx="812800" cy="6858000"/>
          </a:xfrm>
          <a:prstGeom prst="rect">
            <a:avLst/>
          </a:prstGeom>
          <a:gradFill>
            <a:gsLst>
              <a:gs pos="0">
                <a:srgbClr val="677228">
                  <a:alpha val="43921"/>
                </a:srgbClr>
              </a:gs>
              <a:gs pos="100000">
                <a:srgbClr val="616B25"/>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2" name="Google Shape;22;p141"/>
          <p:cNvSpPr/>
          <p:nvPr/>
        </p:nvSpPr>
        <p:spPr>
          <a:xfrm rot="-5400000">
            <a:off x="5024438" y="-2509837"/>
            <a:ext cx="2143125" cy="12192000"/>
          </a:xfrm>
          <a:prstGeom prst="rect">
            <a:avLst/>
          </a:prstGeom>
          <a:solidFill>
            <a:srgbClr val="677228">
              <a:alpha val="4392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 name="Google Shape;23;p141"/>
          <p:cNvSpPr/>
          <p:nvPr/>
        </p:nvSpPr>
        <p:spPr>
          <a:xfrm>
            <a:off x="9753600" y="2438401"/>
            <a:ext cx="2438400" cy="229076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4" name="Google Shape;24;p141"/>
          <p:cNvSpPr txBox="1"/>
          <p:nvPr>
            <p:ph idx="11" type="ftr"/>
          </p:nvPr>
        </p:nvSpPr>
        <p:spPr>
          <a:xfrm>
            <a:off x="1117600" y="6397625"/>
            <a:ext cx="59944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descr="Pink tissue paper" id="25" name="Google Shape;25;p141"/>
          <p:cNvSpPr txBox="1"/>
          <p:nvPr>
            <p:ph type="ctrTitle"/>
          </p:nvPr>
        </p:nvSpPr>
        <p:spPr>
          <a:xfrm>
            <a:off x="304800" y="152400"/>
            <a:ext cx="9448800" cy="2286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6600">
                <a:solidFill>
                  <a:srgbClr val="99003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awtri_4c UPDATE_color" id="26" name="Google Shape;26;p141"/>
          <p:cNvPicPr preferRelativeResize="0"/>
          <p:nvPr/>
        </p:nvPicPr>
        <p:blipFill rotWithShape="1">
          <a:blip r:embed="rId2">
            <a:alphaModFix/>
          </a:blip>
          <a:srcRect b="0" l="0" r="0" t="0"/>
          <a:stretch/>
        </p:blipFill>
        <p:spPr>
          <a:xfrm>
            <a:off x="101601" y="5949950"/>
            <a:ext cx="912284" cy="831850"/>
          </a:xfrm>
          <a:prstGeom prst="rect">
            <a:avLst/>
          </a:prstGeom>
          <a:noFill/>
          <a:ln>
            <a:noFill/>
          </a:ln>
        </p:spPr>
      </p:pic>
      <p:sp>
        <p:nvSpPr>
          <p:cNvPr descr="Pink tissue paper" id="27" name="Google Shape;27;p141"/>
          <p:cNvSpPr txBox="1"/>
          <p:nvPr>
            <p:ph idx="1" type="subTitle"/>
          </p:nvPr>
        </p:nvSpPr>
        <p:spPr>
          <a:xfrm>
            <a:off x="406400" y="2590800"/>
            <a:ext cx="8839200" cy="1905000"/>
          </a:xfrm>
          <a:prstGeom prst="rect">
            <a:avLst/>
          </a:prstGeom>
          <a:noFill/>
          <a:ln>
            <a:noFill/>
          </a:ln>
        </p:spPr>
        <p:txBody>
          <a:bodyPr anchorCtr="0" anchor="t" bIns="45700" lIns="91425" spcFirstLastPara="1" rIns="0" wrap="square" tIns="45700">
            <a:noAutofit/>
          </a:bodyPr>
          <a:lstStyle>
            <a:lvl1pPr lvl="0" algn="l">
              <a:spcBef>
                <a:spcPts val="640"/>
              </a:spcBef>
              <a:spcAft>
                <a:spcPts val="0"/>
              </a:spcAft>
              <a:buSzPts val="1920"/>
              <a:buFont typeface="Noto Sans Symbols"/>
              <a:buNone/>
              <a:defRPr sz="3200"/>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descr="elmasri_thumb" id="28" name="Google Shape;28;p141"/>
          <p:cNvPicPr preferRelativeResize="0"/>
          <p:nvPr/>
        </p:nvPicPr>
        <p:blipFill rotWithShape="1">
          <a:blip r:embed="rId3">
            <a:alphaModFix/>
          </a:blip>
          <a:srcRect b="0" l="0" r="0" t="0"/>
          <a:stretch/>
        </p:blipFill>
        <p:spPr>
          <a:xfrm>
            <a:off x="9893301" y="2514601"/>
            <a:ext cx="2298700" cy="21431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14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4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i="0" sz="1400" u="none" cap="none" strike="noStrike">
                <a:solidFill>
                  <a:srgbClr val="990033"/>
                </a:solidFill>
                <a:latin typeface="Arial"/>
                <a:ea typeface="Arial"/>
                <a:cs typeface="Arial"/>
                <a:sym typeface="Arial"/>
              </a:defRPr>
            </a:lvl1pPr>
            <a:lvl2pPr indent="0" lvl="1" marL="0" marR="0" algn="r">
              <a:spcBef>
                <a:spcPts val="0"/>
              </a:spcBef>
              <a:spcAft>
                <a:spcPts val="0"/>
              </a:spcAft>
              <a:buNone/>
              <a:defRPr b="1" i="0" sz="1400" u="none" cap="none" strike="noStrike">
                <a:solidFill>
                  <a:srgbClr val="990033"/>
                </a:solidFill>
                <a:latin typeface="Arial"/>
                <a:ea typeface="Arial"/>
                <a:cs typeface="Arial"/>
                <a:sym typeface="Arial"/>
              </a:defRPr>
            </a:lvl2pPr>
            <a:lvl3pPr indent="0" lvl="2" marL="0" marR="0" algn="r">
              <a:spcBef>
                <a:spcPts val="0"/>
              </a:spcBef>
              <a:spcAft>
                <a:spcPts val="0"/>
              </a:spcAft>
              <a:buNone/>
              <a:defRPr b="1" i="0" sz="1400" u="none" cap="none" strike="noStrike">
                <a:solidFill>
                  <a:srgbClr val="990033"/>
                </a:solidFill>
                <a:latin typeface="Arial"/>
                <a:ea typeface="Arial"/>
                <a:cs typeface="Arial"/>
                <a:sym typeface="Arial"/>
              </a:defRPr>
            </a:lvl3pPr>
            <a:lvl4pPr indent="0" lvl="3" marL="0" marR="0" algn="r">
              <a:spcBef>
                <a:spcPts val="0"/>
              </a:spcBef>
              <a:spcAft>
                <a:spcPts val="0"/>
              </a:spcAft>
              <a:buNone/>
              <a:defRPr b="1" i="0" sz="1400" u="none" cap="none" strike="noStrike">
                <a:solidFill>
                  <a:srgbClr val="990033"/>
                </a:solidFill>
                <a:latin typeface="Arial"/>
                <a:ea typeface="Arial"/>
                <a:cs typeface="Arial"/>
                <a:sym typeface="Arial"/>
              </a:defRPr>
            </a:lvl4pPr>
            <a:lvl5pPr indent="0" lvl="4" marL="0" marR="0" algn="r">
              <a:spcBef>
                <a:spcPts val="0"/>
              </a:spcBef>
              <a:spcAft>
                <a:spcPts val="0"/>
              </a:spcAft>
              <a:buNone/>
              <a:defRPr b="1" i="0" sz="1400" u="none" cap="none" strike="noStrike">
                <a:solidFill>
                  <a:srgbClr val="990033"/>
                </a:solidFill>
                <a:latin typeface="Arial"/>
                <a:ea typeface="Arial"/>
                <a:cs typeface="Arial"/>
                <a:sym typeface="Arial"/>
              </a:defRPr>
            </a:lvl5pPr>
            <a:lvl6pPr indent="0" lvl="5" marL="0" marR="0" algn="r">
              <a:spcBef>
                <a:spcPts val="0"/>
              </a:spcBef>
              <a:spcAft>
                <a:spcPts val="0"/>
              </a:spcAft>
              <a:buNone/>
              <a:defRPr b="1" i="0" sz="1400" u="none" cap="none" strike="noStrike">
                <a:solidFill>
                  <a:srgbClr val="990033"/>
                </a:solidFill>
                <a:latin typeface="Arial"/>
                <a:ea typeface="Arial"/>
                <a:cs typeface="Arial"/>
                <a:sym typeface="Arial"/>
              </a:defRPr>
            </a:lvl6pPr>
            <a:lvl7pPr indent="0" lvl="6" marL="0" marR="0" algn="r">
              <a:spcBef>
                <a:spcPts val="0"/>
              </a:spcBef>
              <a:spcAft>
                <a:spcPts val="0"/>
              </a:spcAft>
              <a:buNone/>
              <a:defRPr b="1" i="0" sz="1400" u="none" cap="none" strike="noStrike">
                <a:solidFill>
                  <a:srgbClr val="990033"/>
                </a:solidFill>
                <a:latin typeface="Arial"/>
                <a:ea typeface="Arial"/>
                <a:cs typeface="Arial"/>
                <a:sym typeface="Arial"/>
              </a:defRPr>
            </a:lvl7pPr>
            <a:lvl8pPr indent="0" lvl="7" marL="0" marR="0" algn="r">
              <a:spcBef>
                <a:spcPts val="0"/>
              </a:spcBef>
              <a:spcAft>
                <a:spcPts val="0"/>
              </a:spcAft>
              <a:buNone/>
              <a:defRPr b="1" i="0" sz="1400" u="none" cap="none" strike="noStrike">
                <a:solidFill>
                  <a:srgbClr val="990033"/>
                </a:solidFill>
                <a:latin typeface="Arial"/>
                <a:ea typeface="Arial"/>
                <a:cs typeface="Arial"/>
                <a:sym typeface="Arial"/>
              </a:defRPr>
            </a:lvl8pPr>
            <a:lvl9pPr indent="0" lvl="8" marL="0" marR="0" algn="r">
              <a:spcBef>
                <a:spcPts val="0"/>
              </a:spcBef>
              <a:spcAft>
                <a:spcPts val="0"/>
              </a:spcAft>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4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i="0" sz="1400" u="none" cap="none" strike="noStrike">
                <a:solidFill>
                  <a:srgbClr val="990033"/>
                </a:solidFill>
                <a:latin typeface="Arial"/>
                <a:ea typeface="Arial"/>
                <a:cs typeface="Arial"/>
                <a:sym typeface="Arial"/>
              </a:defRPr>
            </a:lvl1pPr>
            <a:lvl2pPr indent="0" lvl="1" marL="0" marR="0" algn="r">
              <a:spcBef>
                <a:spcPts val="0"/>
              </a:spcBef>
              <a:spcAft>
                <a:spcPts val="0"/>
              </a:spcAft>
              <a:buNone/>
              <a:defRPr b="1" i="0" sz="1400" u="none" cap="none" strike="noStrike">
                <a:solidFill>
                  <a:srgbClr val="990033"/>
                </a:solidFill>
                <a:latin typeface="Arial"/>
                <a:ea typeface="Arial"/>
                <a:cs typeface="Arial"/>
                <a:sym typeface="Arial"/>
              </a:defRPr>
            </a:lvl2pPr>
            <a:lvl3pPr indent="0" lvl="2" marL="0" marR="0" algn="r">
              <a:spcBef>
                <a:spcPts val="0"/>
              </a:spcBef>
              <a:spcAft>
                <a:spcPts val="0"/>
              </a:spcAft>
              <a:buNone/>
              <a:defRPr b="1" i="0" sz="1400" u="none" cap="none" strike="noStrike">
                <a:solidFill>
                  <a:srgbClr val="990033"/>
                </a:solidFill>
                <a:latin typeface="Arial"/>
                <a:ea typeface="Arial"/>
                <a:cs typeface="Arial"/>
                <a:sym typeface="Arial"/>
              </a:defRPr>
            </a:lvl3pPr>
            <a:lvl4pPr indent="0" lvl="3" marL="0" marR="0" algn="r">
              <a:spcBef>
                <a:spcPts val="0"/>
              </a:spcBef>
              <a:spcAft>
                <a:spcPts val="0"/>
              </a:spcAft>
              <a:buNone/>
              <a:defRPr b="1" i="0" sz="1400" u="none" cap="none" strike="noStrike">
                <a:solidFill>
                  <a:srgbClr val="990033"/>
                </a:solidFill>
                <a:latin typeface="Arial"/>
                <a:ea typeface="Arial"/>
                <a:cs typeface="Arial"/>
                <a:sym typeface="Arial"/>
              </a:defRPr>
            </a:lvl4pPr>
            <a:lvl5pPr indent="0" lvl="4" marL="0" marR="0" algn="r">
              <a:spcBef>
                <a:spcPts val="0"/>
              </a:spcBef>
              <a:spcAft>
                <a:spcPts val="0"/>
              </a:spcAft>
              <a:buNone/>
              <a:defRPr b="1" i="0" sz="1400" u="none" cap="none" strike="noStrike">
                <a:solidFill>
                  <a:srgbClr val="990033"/>
                </a:solidFill>
                <a:latin typeface="Arial"/>
                <a:ea typeface="Arial"/>
                <a:cs typeface="Arial"/>
                <a:sym typeface="Arial"/>
              </a:defRPr>
            </a:lvl5pPr>
            <a:lvl6pPr indent="0" lvl="5" marL="0" marR="0" algn="r">
              <a:spcBef>
                <a:spcPts val="0"/>
              </a:spcBef>
              <a:spcAft>
                <a:spcPts val="0"/>
              </a:spcAft>
              <a:buNone/>
              <a:defRPr b="1" i="0" sz="1400" u="none" cap="none" strike="noStrike">
                <a:solidFill>
                  <a:srgbClr val="990033"/>
                </a:solidFill>
                <a:latin typeface="Arial"/>
                <a:ea typeface="Arial"/>
                <a:cs typeface="Arial"/>
                <a:sym typeface="Arial"/>
              </a:defRPr>
            </a:lvl6pPr>
            <a:lvl7pPr indent="0" lvl="6" marL="0" marR="0" algn="r">
              <a:spcBef>
                <a:spcPts val="0"/>
              </a:spcBef>
              <a:spcAft>
                <a:spcPts val="0"/>
              </a:spcAft>
              <a:buNone/>
              <a:defRPr b="1" i="0" sz="1400" u="none" cap="none" strike="noStrike">
                <a:solidFill>
                  <a:srgbClr val="990033"/>
                </a:solidFill>
                <a:latin typeface="Arial"/>
                <a:ea typeface="Arial"/>
                <a:cs typeface="Arial"/>
                <a:sym typeface="Arial"/>
              </a:defRPr>
            </a:lvl7pPr>
            <a:lvl8pPr indent="0" lvl="7" marL="0" marR="0" algn="r">
              <a:spcBef>
                <a:spcPts val="0"/>
              </a:spcBef>
              <a:spcAft>
                <a:spcPts val="0"/>
              </a:spcAft>
              <a:buNone/>
              <a:defRPr b="1" i="0" sz="1400" u="none" cap="none" strike="noStrike">
                <a:solidFill>
                  <a:srgbClr val="990033"/>
                </a:solidFill>
                <a:latin typeface="Arial"/>
                <a:ea typeface="Arial"/>
                <a:cs typeface="Arial"/>
                <a:sym typeface="Arial"/>
              </a:defRPr>
            </a:lvl8pPr>
            <a:lvl9pPr indent="0" lvl="8" marL="0" marR="0" algn="r">
              <a:spcBef>
                <a:spcPts val="0"/>
              </a:spcBef>
              <a:spcAft>
                <a:spcPts val="0"/>
              </a:spcAft>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14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154"/>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54"/>
          <p:cNvSpPr txBox="1"/>
          <p:nvPr>
            <p:ph idx="1" type="body"/>
          </p:nvPr>
        </p:nvSpPr>
        <p:spPr>
          <a:xfrm>
            <a:off x="831851" y="4589464"/>
            <a:ext cx="10515600" cy="1500187"/>
          </a:xfrm>
          <a:prstGeom prst="rect">
            <a:avLst/>
          </a:prstGeom>
          <a:noFill/>
          <a:ln>
            <a:noFill/>
          </a:ln>
        </p:spPr>
        <p:txBody>
          <a:bodyPr anchorCtr="0" anchor="t" bIns="45700" lIns="91425" spcFirstLastPara="1" rIns="0" wrap="square" tIns="45700">
            <a:noAutofit/>
          </a:bodyPr>
          <a:lstStyle>
            <a:lvl1pPr indent="-228600" lvl="0" marL="457200" algn="l">
              <a:spcBef>
                <a:spcPts val="480"/>
              </a:spcBef>
              <a:spcAft>
                <a:spcPts val="0"/>
              </a:spcAft>
              <a:buSzPts val="1440"/>
              <a:buNone/>
              <a:defRPr sz="2400"/>
            </a:lvl1pPr>
            <a:lvl2pPr indent="-228600" lvl="1" marL="914400" algn="l">
              <a:spcBef>
                <a:spcPts val="400"/>
              </a:spcBef>
              <a:spcAft>
                <a:spcPts val="0"/>
              </a:spcAft>
              <a:buSzPts val="1100"/>
              <a:buNone/>
              <a:defRPr sz="2000"/>
            </a:lvl2pPr>
            <a:lvl3pPr indent="-228600" lvl="2" marL="1371600" algn="l">
              <a:spcBef>
                <a:spcPts val="360"/>
              </a:spcBef>
              <a:spcAft>
                <a:spcPts val="0"/>
              </a:spcAft>
              <a:buSzPts val="900"/>
              <a:buNone/>
              <a:defRPr sz="1800"/>
            </a:lvl3pPr>
            <a:lvl4pPr indent="-228600" lvl="3" marL="1828800" algn="l">
              <a:spcBef>
                <a:spcPts val="320"/>
              </a:spcBef>
              <a:spcAft>
                <a:spcPts val="0"/>
              </a:spcAft>
              <a:buSzPts val="880"/>
              <a:buNone/>
              <a:defRPr sz="1600"/>
            </a:lvl4pPr>
            <a:lvl5pPr indent="-228600" lvl="4" marL="2286000" algn="l">
              <a:spcBef>
                <a:spcPts val="320"/>
              </a:spcBef>
              <a:spcAft>
                <a:spcPts val="0"/>
              </a:spcAft>
              <a:buSzPts val="8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41" name="Google Shape;41;p15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15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5"/>
          <p:cNvSpPr txBox="1"/>
          <p:nvPr>
            <p:ph idx="1" type="body"/>
          </p:nvPr>
        </p:nvSpPr>
        <p:spPr>
          <a:xfrm>
            <a:off x="319618" y="1600200"/>
            <a:ext cx="5427133"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55"/>
          <p:cNvSpPr txBox="1"/>
          <p:nvPr>
            <p:ph idx="2" type="body"/>
          </p:nvPr>
        </p:nvSpPr>
        <p:spPr>
          <a:xfrm>
            <a:off x="5949952" y="1600200"/>
            <a:ext cx="5429249"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5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156"/>
          <p:cNvSpPr txBox="1"/>
          <p:nvPr>
            <p:ph type="title"/>
          </p:nvPr>
        </p:nvSpPr>
        <p:spPr>
          <a:xfrm>
            <a:off x="840317" y="365126"/>
            <a:ext cx="10515600" cy="132556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6"/>
          <p:cNvSpPr txBox="1"/>
          <p:nvPr>
            <p:ph idx="1" type="body"/>
          </p:nvPr>
        </p:nvSpPr>
        <p:spPr>
          <a:xfrm>
            <a:off x="840318" y="1681163"/>
            <a:ext cx="5158316" cy="82391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56"/>
          <p:cNvSpPr txBox="1"/>
          <p:nvPr>
            <p:ph idx="2" type="body"/>
          </p:nvPr>
        </p:nvSpPr>
        <p:spPr>
          <a:xfrm>
            <a:off x="840318" y="2505075"/>
            <a:ext cx="5158316" cy="3684588"/>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56"/>
          <p:cNvSpPr txBox="1"/>
          <p:nvPr>
            <p:ph idx="3" type="body"/>
          </p:nvPr>
        </p:nvSpPr>
        <p:spPr>
          <a:xfrm>
            <a:off x="6172200" y="1681163"/>
            <a:ext cx="5183717" cy="82391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156"/>
          <p:cNvSpPr txBox="1"/>
          <p:nvPr>
            <p:ph idx="4" type="body"/>
          </p:nvPr>
        </p:nvSpPr>
        <p:spPr>
          <a:xfrm>
            <a:off x="6172200" y="2505075"/>
            <a:ext cx="5183717" cy="3684588"/>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5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7"/>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57"/>
          <p:cNvSpPr txBox="1"/>
          <p:nvPr>
            <p:ph idx="1" type="body"/>
          </p:nvPr>
        </p:nvSpPr>
        <p:spPr>
          <a:xfrm>
            <a:off x="5183717" y="987426"/>
            <a:ext cx="6172200" cy="4873625"/>
          </a:xfrm>
          <a:prstGeom prst="rect">
            <a:avLst/>
          </a:prstGeom>
          <a:noFill/>
          <a:ln>
            <a:noFill/>
          </a:ln>
        </p:spPr>
        <p:txBody>
          <a:bodyPr anchorCtr="0" anchor="t" bIns="45700" lIns="91425" spcFirstLastPara="1" rIns="0" wrap="square" tIns="45700">
            <a:noAutofit/>
          </a:bodyPr>
          <a:lstStyle>
            <a:lvl1pPr indent="-350520" lvl="0" marL="457200" algn="l">
              <a:spcBef>
                <a:spcPts val="640"/>
              </a:spcBef>
              <a:spcAft>
                <a:spcPts val="0"/>
              </a:spcAft>
              <a:buSzPts val="1920"/>
              <a:buChar char="■"/>
              <a:defRPr sz="3200"/>
            </a:lvl1pPr>
            <a:lvl2pPr indent="-326390" lvl="1" marL="914400" algn="l">
              <a:spcBef>
                <a:spcPts val="560"/>
              </a:spcBef>
              <a:spcAft>
                <a:spcPts val="0"/>
              </a:spcAft>
              <a:buSzPts val="1540"/>
              <a:buChar char="■"/>
              <a:defRPr sz="2800"/>
            </a:lvl2pPr>
            <a:lvl3pPr indent="-304800" lvl="2" marL="1371600" algn="l">
              <a:spcBef>
                <a:spcPts val="480"/>
              </a:spcBef>
              <a:spcAft>
                <a:spcPts val="0"/>
              </a:spcAft>
              <a:buSzPts val="120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57"/>
          <p:cNvSpPr txBox="1"/>
          <p:nvPr>
            <p:ph idx="2" type="body"/>
          </p:nvPr>
        </p:nvSpPr>
        <p:spPr>
          <a:xfrm>
            <a:off x="840318" y="2057400"/>
            <a:ext cx="3932767" cy="3811588"/>
          </a:xfrm>
          <a:prstGeom prst="rect">
            <a:avLst/>
          </a:prstGeom>
          <a:noFill/>
          <a:ln>
            <a:noFill/>
          </a:ln>
        </p:spPr>
        <p:txBody>
          <a:bodyPr anchorCtr="0" anchor="t" bIns="45700" lIns="91425" spcFirstLastPara="1" rIns="0" wrap="square" tIns="45700">
            <a:noAutofit/>
          </a:bodyPr>
          <a:lstStyle>
            <a:lvl1pPr indent="-228600" lvl="0" marL="457200" algn="l">
              <a:spcBef>
                <a:spcPts val="320"/>
              </a:spcBef>
              <a:spcAft>
                <a:spcPts val="0"/>
              </a:spcAft>
              <a:buSzPts val="960"/>
              <a:buNone/>
              <a:defRPr sz="1600"/>
            </a:lvl1pPr>
            <a:lvl2pPr indent="-228600" lvl="1" marL="914400" algn="l">
              <a:spcBef>
                <a:spcPts val="280"/>
              </a:spcBef>
              <a:spcAft>
                <a:spcPts val="0"/>
              </a:spcAft>
              <a:buSzPts val="770"/>
              <a:buNone/>
              <a:defRPr sz="1400"/>
            </a:lvl2pPr>
            <a:lvl3pPr indent="-228600" lvl="2" marL="1371600" algn="l">
              <a:spcBef>
                <a:spcPts val="240"/>
              </a:spcBef>
              <a:spcAft>
                <a:spcPts val="0"/>
              </a:spcAft>
              <a:buSzPts val="600"/>
              <a:buNone/>
              <a:defRPr sz="1200"/>
            </a:lvl3pPr>
            <a:lvl4pPr indent="-228600" lvl="3" marL="1828800" algn="l">
              <a:spcBef>
                <a:spcPts val="200"/>
              </a:spcBef>
              <a:spcAft>
                <a:spcPts val="0"/>
              </a:spcAft>
              <a:buSzPts val="550"/>
              <a:buNone/>
              <a:defRPr sz="1000"/>
            </a:lvl4pPr>
            <a:lvl5pPr indent="-228600" lvl="4" marL="2286000" algn="l">
              <a:spcBef>
                <a:spcPts val="200"/>
              </a:spcBef>
              <a:spcAft>
                <a:spcPts val="0"/>
              </a:spcAft>
              <a:buSzPts val="5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5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58"/>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8"/>
          <p:cNvSpPr/>
          <p:nvPr>
            <p:ph idx="2" type="pic"/>
          </p:nvPr>
        </p:nvSpPr>
        <p:spPr>
          <a:xfrm>
            <a:off x="5183717" y="987426"/>
            <a:ext cx="6172200" cy="4873625"/>
          </a:xfrm>
          <a:prstGeom prst="rect">
            <a:avLst/>
          </a:prstGeom>
          <a:noFill/>
          <a:ln>
            <a:noFill/>
          </a:ln>
        </p:spPr>
      </p:sp>
      <p:sp>
        <p:nvSpPr>
          <p:cNvPr id="62" name="Google Shape;62;p158"/>
          <p:cNvSpPr txBox="1"/>
          <p:nvPr>
            <p:ph idx="1" type="body"/>
          </p:nvPr>
        </p:nvSpPr>
        <p:spPr>
          <a:xfrm>
            <a:off x="840318" y="2057400"/>
            <a:ext cx="3932767" cy="3811588"/>
          </a:xfrm>
          <a:prstGeom prst="rect">
            <a:avLst/>
          </a:prstGeom>
          <a:noFill/>
          <a:ln>
            <a:noFill/>
          </a:ln>
        </p:spPr>
        <p:txBody>
          <a:bodyPr anchorCtr="0" anchor="t" bIns="45700" lIns="91425" spcFirstLastPara="1" rIns="0" wrap="square" tIns="45700">
            <a:noAutofit/>
          </a:bodyPr>
          <a:lstStyle>
            <a:lvl1pPr indent="-228600" lvl="0" marL="457200" algn="l">
              <a:spcBef>
                <a:spcPts val="320"/>
              </a:spcBef>
              <a:spcAft>
                <a:spcPts val="0"/>
              </a:spcAft>
              <a:buSzPts val="960"/>
              <a:buNone/>
              <a:defRPr sz="1600"/>
            </a:lvl1pPr>
            <a:lvl2pPr indent="-228600" lvl="1" marL="914400" algn="l">
              <a:spcBef>
                <a:spcPts val="280"/>
              </a:spcBef>
              <a:spcAft>
                <a:spcPts val="0"/>
              </a:spcAft>
              <a:buSzPts val="770"/>
              <a:buNone/>
              <a:defRPr sz="1400"/>
            </a:lvl2pPr>
            <a:lvl3pPr indent="-228600" lvl="2" marL="1371600" algn="l">
              <a:spcBef>
                <a:spcPts val="240"/>
              </a:spcBef>
              <a:spcAft>
                <a:spcPts val="0"/>
              </a:spcAft>
              <a:buSzPts val="600"/>
              <a:buNone/>
              <a:defRPr sz="1200"/>
            </a:lvl3pPr>
            <a:lvl4pPr indent="-228600" lvl="3" marL="1828800" algn="l">
              <a:spcBef>
                <a:spcPts val="200"/>
              </a:spcBef>
              <a:spcAft>
                <a:spcPts val="0"/>
              </a:spcAft>
              <a:buSzPts val="550"/>
              <a:buNone/>
              <a:defRPr sz="1000"/>
            </a:lvl4pPr>
            <a:lvl5pPr indent="-228600" lvl="4" marL="2286000" algn="l">
              <a:spcBef>
                <a:spcPts val="200"/>
              </a:spcBef>
              <a:spcAft>
                <a:spcPts val="0"/>
              </a:spcAft>
              <a:buSzPts val="5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5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5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9"/>
          <p:cNvSpPr txBox="1"/>
          <p:nvPr>
            <p:ph idx="1" type="body"/>
          </p:nvPr>
        </p:nvSpPr>
        <p:spPr>
          <a:xfrm rot="5400000">
            <a:off x="3563409" y="-1643591"/>
            <a:ext cx="4572000" cy="11059583"/>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60"/>
          <p:cNvSpPr txBox="1"/>
          <p:nvPr>
            <p:ph type="title"/>
          </p:nvPr>
        </p:nvSpPr>
        <p:spPr>
          <a:xfrm rot="5400000">
            <a:off x="7060407" y="1853408"/>
            <a:ext cx="5868987" cy="276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0"/>
          <p:cNvSpPr txBox="1"/>
          <p:nvPr>
            <p:ph idx="1" type="body"/>
          </p:nvPr>
        </p:nvSpPr>
        <p:spPr>
          <a:xfrm rot="5400000">
            <a:off x="1421606" y="-813592"/>
            <a:ext cx="5868987" cy="81026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1" name="Shape 231"/>
        <p:cNvGrpSpPr/>
        <p:nvPr/>
      </p:nvGrpSpPr>
      <p:grpSpPr>
        <a:xfrm>
          <a:off x="0" y="0"/>
          <a:ext cx="0" cy="0"/>
          <a:chOff x="0" y="0"/>
          <a:chExt cx="0" cy="0"/>
        </a:xfrm>
      </p:grpSpPr>
      <p:sp>
        <p:nvSpPr>
          <p:cNvPr id="232" name="Google Shape;232;p146"/>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146"/>
          <p:cNvSpPr txBox="1"/>
          <p:nvPr>
            <p:ph idx="1" type="body"/>
          </p:nvPr>
        </p:nvSpPr>
        <p:spPr>
          <a:xfrm>
            <a:off x="711200" y="1371600"/>
            <a:ext cx="10668000" cy="4876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 name="Google Shape;234;p146"/>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146"/>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146"/>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lip Art" type="txAndClipArt">
  <p:cSld name="TEXT_AND_CLIPART">
    <p:spTree>
      <p:nvGrpSpPr>
        <p:cNvPr id="237" name="Shape 237"/>
        <p:cNvGrpSpPr/>
        <p:nvPr/>
      </p:nvGrpSpPr>
      <p:grpSpPr>
        <a:xfrm>
          <a:off x="0" y="0"/>
          <a:ext cx="0" cy="0"/>
          <a:chOff x="0" y="0"/>
          <a:chExt cx="0" cy="0"/>
        </a:xfrm>
      </p:grpSpPr>
      <p:sp>
        <p:nvSpPr>
          <p:cNvPr id="238" name="Google Shape;238;p147"/>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147"/>
          <p:cNvSpPr txBox="1"/>
          <p:nvPr>
            <p:ph idx="1" type="body"/>
          </p:nvPr>
        </p:nvSpPr>
        <p:spPr>
          <a:xfrm>
            <a:off x="711200" y="1371600"/>
            <a:ext cx="5232400" cy="4876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 name="Google Shape;240;p147"/>
          <p:cNvSpPr/>
          <p:nvPr>
            <p:ph idx="2" type="clipArt"/>
          </p:nvPr>
        </p:nvSpPr>
        <p:spPr>
          <a:xfrm>
            <a:off x="6146800" y="1371600"/>
            <a:ext cx="5232400" cy="4876800"/>
          </a:xfrm>
          <a:prstGeom prst="rect">
            <a:avLst/>
          </a:prstGeom>
          <a:noFill/>
          <a:ln>
            <a:noFill/>
          </a:ln>
        </p:spPr>
      </p:sp>
      <p:sp>
        <p:nvSpPr>
          <p:cNvPr id="241" name="Google Shape;241;p147"/>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147"/>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147"/>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4" name="Shape 244"/>
        <p:cNvGrpSpPr/>
        <p:nvPr/>
      </p:nvGrpSpPr>
      <p:grpSpPr>
        <a:xfrm>
          <a:off x="0" y="0"/>
          <a:ext cx="0" cy="0"/>
          <a:chOff x="0" y="0"/>
          <a:chExt cx="0" cy="0"/>
        </a:xfrm>
      </p:grpSpPr>
      <p:sp>
        <p:nvSpPr>
          <p:cNvPr id="245" name="Google Shape;245;p148"/>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148"/>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48"/>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148"/>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249" name="Shape 249"/>
        <p:cNvGrpSpPr/>
        <p:nvPr/>
      </p:nvGrpSpPr>
      <p:grpSpPr>
        <a:xfrm>
          <a:off x="0" y="0"/>
          <a:ext cx="0" cy="0"/>
          <a:chOff x="0" y="0"/>
          <a:chExt cx="0" cy="0"/>
        </a:xfrm>
      </p:grpSpPr>
      <p:grpSp>
        <p:nvGrpSpPr>
          <p:cNvPr id="250" name="Google Shape;250;p161"/>
          <p:cNvGrpSpPr/>
          <p:nvPr/>
        </p:nvGrpSpPr>
        <p:grpSpPr>
          <a:xfrm>
            <a:off x="0" y="-19050"/>
            <a:ext cx="12192000" cy="6877050"/>
            <a:chOff x="0" y="-12"/>
            <a:chExt cx="5760" cy="4332"/>
          </a:xfrm>
        </p:grpSpPr>
        <p:sp>
          <p:nvSpPr>
            <p:cNvPr id="251" name="Google Shape;251;p161"/>
            <p:cNvSpPr/>
            <p:nvPr/>
          </p:nvSpPr>
          <p:spPr>
            <a:xfrm>
              <a:off x="1104" y="1008"/>
              <a:ext cx="4656" cy="3312"/>
            </a:xfrm>
            <a:prstGeom prst="rect">
              <a:avLst/>
            </a:prstGeom>
            <a:gradFill>
              <a:gsLst>
                <a:gs pos="0">
                  <a:schemeClr val="lt2"/>
                </a:gs>
                <a:gs pos="50000">
                  <a:schemeClr val="lt1"/>
                </a:gs>
                <a:gs pos="100000">
                  <a:schemeClr val="lt2"/>
                </a:gs>
              </a:gsLst>
              <a:lin ang="27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grpSp>
          <p:nvGrpSpPr>
            <p:cNvPr id="252" name="Google Shape;252;p161"/>
            <p:cNvGrpSpPr/>
            <p:nvPr/>
          </p:nvGrpSpPr>
          <p:grpSpPr>
            <a:xfrm>
              <a:off x="0" y="-12"/>
              <a:ext cx="5760" cy="1045"/>
              <a:chOff x="0" y="-9"/>
              <a:chExt cx="5760" cy="1045"/>
            </a:xfrm>
          </p:grpSpPr>
          <p:sp>
            <p:nvSpPr>
              <p:cNvPr id="253" name="Google Shape;253;p161"/>
              <p:cNvSpPr/>
              <p:nvPr/>
            </p:nvSpPr>
            <p:spPr>
              <a:xfrm>
                <a:off x="0" y="4"/>
                <a:ext cx="5760" cy="1032"/>
              </a:xfrm>
              <a:custGeom>
                <a:rect b="b" l="l" r="r" t="t"/>
                <a:pathLst>
                  <a:path extrusionOk="0" h="432" w="4848">
                    <a:moveTo>
                      <a:pt x="4848" y="432"/>
                    </a:moveTo>
                    <a:lnTo>
                      <a:pt x="0" y="432"/>
                    </a:lnTo>
                    <a:lnTo>
                      <a:pt x="0" y="0"/>
                    </a:lnTo>
                    <a:lnTo>
                      <a:pt x="4848" y="0"/>
                    </a:lnTo>
                    <a:lnTo>
                      <a:pt x="4848" y="432"/>
                    </a:lnTo>
                    <a:close/>
                  </a:path>
                </a:pathLst>
              </a:cu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grpSp>
            <p:nvGrpSpPr>
              <p:cNvPr id="254" name="Google Shape;254;p161"/>
              <p:cNvGrpSpPr/>
              <p:nvPr/>
            </p:nvGrpSpPr>
            <p:grpSpPr>
              <a:xfrm>
                <a:off x="333" y="-9"/>
                <a:ext cx="5176" cy="1044"/>
                <a:chOff x="333" y="-9"/>
                <a:chExt cx="5176" cy="1044"/>
              </a:xfrm>
            </p:grpSpPr>
            <p:sp>
              <p:nvSpPr>
                <p:cNvPr id="255" name="Google Shape;255;p161"/>
                <p:cNvSpPr/>
                <p:nvPr/>
              </p:nvSpPr>
              <p:spPr>
                <a:xfrm>
                  <a:off x="3230" y="949"/>
                  <a:ext cx="17" cy="20"/>
                </a:xfrm>
                <a:custGeom>
                  <a:rect b="b" l="l" r="r" t="t"/>
                  <a:pathLst>
                    <a:path extrusionOk="0" h="23" w="15">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56" name="Google Shape;256;p161"/>
                <p:cNvSpPr/>
                <p:nvPr/>
              </p:nvSpPr>
              <p:spPr>
                <a:xfrm>
                  <a:off x="3406" y="1015"/>
                  <a:ext cx="21" cy="20"/>
                </a:xfrm>
                <a:custGeom>
                  <a:rect b="b" l="l" r="r" t="t"/>
                  <a:pathLst>
                    <a:path extrusionOk="0" h="23" w="20">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57" name="Google Shape;257;p161"/>
                <p:cNvSpPr/>
                <p:nvPr/>
              </p:nvSpPr>
              <p:spPr>
                <a:xfrm>
                  <a:off x="2909" y="908"/>
                  <a:ext cx="31" cy="34"/>
                </a:xfrm>
                <a:custGeom>
                  <a:rect b="b" l="l" r="r" t="t"/>
                  <a:pathLst>
                    <a:path extrusionOk="0" h="42" w="30">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58" name="Google Shape;258;p161"/>
                <p:cNvSpPr/>
                <p:nvPr/>
              </p:nvSpPr>
              <p:spPr>
                <a:xfrm>
                  <a:off x="2551" y="940"/>
                  <a:ext cx="25" cy="12"/>
                </a:xfrm>
                <a:custGeom>
                  <a:rect b="b" l="l" r="r" t="t"/>
                  <a:pathLst>
                    <a:path extrusionOk="0" h="16" w="25">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59" name="Google Shape;259;p161"/>
                <p:cNvSpPr/>
                <p:nvPr/>
              </p:nvSpPr>
              <p:spPr>
                <a:xfrm>
                  <a:off x="2443" y="954"/>
                  <a:ext cx="65" cy="39"/>
                </a:xfrm>
                <a:custGeom>
                  <a:rect b="b" l="l" r="r" t="t"/>
                  <a:pathLst>
                    <a:path extrusionOk="0" h="46" w="65">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0" name="Google Shape;260;p161"/>
                <p:cNvSpPr/>
                <p:nvPr/>
              </p:nvSpPr>
              <p:spPr>
                <a:xfrm>
                  <a:off x="2375" y="952"/>
                  <a:ext cx="68" cy="39"/>
                </a:xfrm>
                <a:custGeom>
                  <a:rect b="b" l="l" r="r" t="t"/>
                  <a:pathLst>
                    <a:path extrusionOk="0" h="47" w="69">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1" name="Google Shape;261;p161"/>
                <p:cNvSpPr/>
                <p:nvPr/>
              </p:nvSpPr>
              <p:spPr>
                <a:xfrm>
                  <a:off x="2007" y="739"/>
                  <a:ext cx="354" cy="228"/>
                </a:xfrm>
                <a:custGeom>
                  <a:rect b="b" l="l" r="r" t="t"/>
                  <a:pathLst>
                    <a:path extrusionOk="0" h="277" w="355">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2" name="Google Shape;262;p161"/>
                <p:cNvSpPr/>
                <p:nvPr/>
              </p:nvSpPr>
              <p:spPr>
                <a:xfrm>
                  <a:off x="2222" y="724"/>
                  <a:ext cx="157" cy="167"/>
                </a:xfrm>
                <a:custGeom>
                  <a:rect b="b" l="l" r="r" t="t"/>
                  <a:pathLst>
                    <a:path extrusionOk="0" h="206" w="15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3" name="Google Shape;263;p161"/>
                <p:cNvSpPr/>
                <p:nvPr/>
              </p:nvSpPr>
              <p:spPr>
                <a:xfrm>
                  <a:off x="2375" y="800"/>
                  <a:ext cx="110" cy="32"/>
                </a:xfrm>
                <a:custGeom>
                  <a:rect b="b" l="l" r="r" t="t"/>
                  <a:pathLst>
                    <a:path extrusionOk="0" h="38" w="109">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4" name="Google Shape;264;p161"/>
                <p:cNvSpPr/>
                <p:nvPr/>
              </p:nvSpPr>
              <p:spPr>
                <a:xfrm>
                  <a:off x="2370" y="839"/>
                  <a:ext cx="75" cy="84"/>
                </a:xfrm>
                <a:custGeom>
                  <a:rect b="b" l="l" r="r" t="t"/>
                  <a:pathLst>
                    <a:path extrusionOk="0" h="104" w="76">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5" name="Google Shape;265;p161"/>
                <p:cNvSpPr/>
                <p:nvPr/>
              </p:nvSpPr>
              <p:spPr>
                <a:xfrm>
                  <a:off x="2497" y="793"/>
                  <a:ext cx="37" cy="49"/>
                </a:xfrm>
                <a:custGeom>
                  <a:rect b="b" l="l" r="r" t="t"/>
                  <a:pathLst>
                    <a:path extrusionOk="0" h="61" w="37">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6" name="Google Shape;266;p161"/>
                <p:cNvSpPr/>
                <p:nvPr/>
              </p:nvSpPr>
              <p:spPr>
                <a:xfrm>
                  <a:off x="2506" y="869"/>
                  <a:ext cx="47" cy="24"/>
                </a:xfrm>
                <a:custGeom>
                  <a:rect b="b" l="l" r="r" t="t"/>
                  <a:pathLst>
                    <a:path extrusionOk="0" h="29" w="4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7" name="Google Shape;267;p161"/>
                <p:cNvSpPr/>
                <p:nvPr/>
              </p:nvSpPr>
              <p:spPr>
                <a:xfrm>
                  <a:off x="2555" y="832"/>
                  <a:ext cx="61" cy="42"/>
                </a:xfrm>
                <a:custGeom>
                  <a:rect b="b" l="l" r="r" t="t"/>
                  <a:pathLst>
                    <a:path extrusionOk="0" h="48" w="61">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8" name="Google Shape;268;p161"/>
                <p:cNvSpPr/>
                <p:nvPr/>
              </p:nvSpPr>
              <p:spPr>
                <a:xfrm>
                  <a:off x="2572" y="852"/>
                  <a:ext cx="286" cy="149"/>
                </a:xfrm>
                <a:custGeom>
                  <a:rect b="b" l="l" r="r" t="t"/>
                  <a:pathLst>
                    <a:path extrusionOk="0" h="182" w="286">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69" name="Google Shape;269;p161"/>
                <p:cNvSpPr/>
                <p:nvPr/>
              </p:nvSpPr>
              <p:spPr>
                <a:xfrm>
                  <a:off x="2820" y="866"/>
                  <a:ext cx="78" cy="64"/>
                </a:xfrm>
                <a:custGeom>
                  <a:rect b="b" l="l" r="r" t="t"/>
                  <a:pathLst>
                    <a:path extrusionOk="0" h="78" w="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0" name="Google Shape;270;p161"/>
                <p:cNvSpPr/>
                <p:nvPr/>
              </p:nvSpPr>
              <p:spPr>
                <a:xfrm>
                  <a:off x="2984" y="732"/>
                  <a:ext cx="19" cy="14"/>
                </a:xfrm>
                <a:custGeom>
                  <a:rect b="b" l="l" r="r" t="t"/>
                  <a:pathLst>
                    <a:path extrusionOk="0" h="18" w="17">
                      <a:moveTo>
                        <a:pt x="3" y="4"/>
                      </a:moveTo>
                      <a:cubicBezTo>
                        <a:pt x="17" y="7"/>
                        <a:pt x="16" y="18"/>
                        <a:pt x="3" y="14"/>
                      </a:cubicBezTo>
                      <a:cubicBezTo>
                        <a:pt x="0" y="6"/>
                        <a:pt x="7" y="0"/>
                        <a:pt x="3" y="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1" name="Google Shape;271;p161"/>
                <p:cNvSpPr/>
                <p:nvPr/>
              </p:nvSpPr>
              <p:spPr>
                <a:xfrm>
                  <a:off x="3083" y="830"/>
                  <a:ext cx="26" cy="19"/>
                </a:xfrm>
                <a:custGeom>
                  <a:rect b="b" l="l" r="r" t="t"/>
                  <a:pathLst>
                    <a:path extrusionOk="0" h="22" w="26">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2" name="Google Shape;272;p161"/>
                <p:cNvSpPr/>
                <p:nvPr/>
              </p:nvSpPr>
              <p:spPr>
                <a:xfrm>
                  <a:off x="2766" y="610"/>
                  <a:ext cx="19" cy="12"/>
                </a:xfrm>
                <a:custGeom>
                  <a:rect b="b" l="l" r="r" t="t"/>
                  <a:pathLst>
                    <a:path extrusionOk="0" h="15" w="20">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3" name="Google Shape;273;p161"/>
                <p:cNvSpPr/>
                <p:nvPr/>
              </p:nvSpPr>
              <p:spPr>
                <a:xfrm>
                  <a:off x="2600" y="712"/>
                  <a:ext cx="19" cy="12"/>
                </a:xfrm>
                <a:custGeom>
                  <a:rect b="b" l="l" r="r" t="t"/>
                  <a:pathLst>
                    <a:path extrusionOk="0" h="15" w="20">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4" name="Google Shape;274;p161"/>
                <p:cNvSpPr/>
                <p:nvPr/>
              </p:nvSpPr>
              <p:spPr>
                <a:xfrm>
                  <a:off x="2417" y="680"/>
                  <a:ext cx="80" cy="66"/>
                </a:xfrm>
                <a:custGeom>
                  <a:rect b="b" l="l" r="r" t="t"/>
                  <a:pathLst>
                    <a:path extrusionOk="0" h="80" w="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5" name="Google Shape;275;p161"/>
                <p:cNvSpPr/>
                <p:nvPr/>
              </p:nvSpPr>
              <p:spPr>
                <a:xfrm>
                  <a:off x="2391" y="541"/>
                  <a:ext cx="94" cy="142"/>
                </a:xfrm>
                <a:custGeom>
                  <a:rect b="b" l="l" r="r" t="t"/>
                  <a:pathLst>
                    <a:path extrusionOk="0" h="174" w="9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6" name="Google Shape;276;p161"/>
                <p:cNvSpPr/>
                <p:nvPr/>
              </p:nvSpPr>
              <p:spPr>
                <a:xfrm>
                  <a:off x="2415" y="644"/>
                  <a:ext cx="32" cy="41"/>
                </a:xfrm>
                <a:custGeom>
                  <a:rect b="b" l="l" r="r" t="t"/>
                  <a:pathLst>
                    <a:path extrusionOk="0" h="50" w="32">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7" name="Google Shape;277;p161"/>
                <p:cNvSpPr/>
                <p:nvPr/>
              </p:nvSpPr>
              <p:spPr>
                <a:xfrm>
                  <a:off x="2349" y="654"/>
                  <a:ext cx="45" cy="41"/>
                </a:xfrm>
                <a:custGeom>
                  <a:rect b="b" l="l" r="r" t="t"/>
                  <a:pathLst>
                    <a:path extrusionOk="0" h="50" w="43">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8" name="Google Shape;278;p161"/>
                <p:cNvSpPr/>
                <p:nvPr/>
              </p:nvSpPr>
              <p:spPr>
                <a:xfrm>
                  <a:off x="4808" y="597"/>
                  <a:ext cx="701" cy="438"/>
                </a:xfrm>
                <a:custGeom>
                  <a:rect b="b" l="l" r="r" t="t"/>
                  <a:pathLst>
                    <a:path extrusionOk="0" h="281" w="47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79" name="Google Shape;279;p161"/>
                <p:cNvSpPr/>
                <p:nvPr/>
              </p:nvSpPr>
              <p:spPr>
                <a:xfrm>
                  <a:off x="3880" y="-7"/>
                  <a:ext cx="984" cy="692"/>
                </a:xfrm>
                <a:custGeom>
                  <a:rect b="b" l="l" r="r" t="t"/>
                  <a:pathLst>
                    <a:path extrusionOk="0" h="844" w="98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0" name="Google Shape;280;p161"/>
                <p:cNvSpPr/>
                <p:nvPr/>
              </p:nvSpPr>
              <p:spPr>
                <a:xfrm>
                  <a:off x="3577" y="490"/>
                  <a:ext cx="36" cy="39"/>
                </a:xfrm>
                <a:custGeom>
                  <a:rect b="b" l="l" r="r" t="t"/>
                  <a:pathLst>
                    <a:path extrusionOk="0" h="48" w="36">
                      <a:moveTo>
                        <a:pt x="6" y="28"/>
                      </a:moveTo>
                      <a:cubicBezTo>
                        <a:pt x="25" y="0"/>
                        <a:pt x="36" y="31"/>
                        <a:pt x="10" y="48"/>
                      </a:cubicBezTo>
                      <a:cubicBezTo>
                        <a:pt x="0" y="34"/>
                        <a:pt x="0" y="40"/>
                        <a:pt x="6"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1" name="Google Shape;281;p161"/>
                <p:cNvSpPr/>
                <p:nvPr/>
              </p:nvSpPr>
              <p:spPr>
                <a:xfrm>
                  <a:off x="3549" y="475"/>
                  <a:ext cx="38" cy="29"/>
                </a:xfrm>
                <a:custGeom>
                  <a:rect b="b" l="l" r="r" t="t"/>
                  <a:pathLst>
                    <a:path extrusionOk="0" h="37" w="36">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2" name="Google Shape;282;p161"/>
                <p:cNvSpPr/>
                <p:nvPr/>
              </p:nvSpPr>
              <p:spPr>
                <a:xfrm>
                  <a:off x="4686" y="394"/>
                  <a:ext cx="171" cy="81"/>
                </a:xfrm>
                <a:custGeom>
                  <a:rect b="b" l="l" r="r" t="t"/>
                  <a:pathLst>
                    <a:path extrusionOk="0" h="96" w="170">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3" name="Google Shape;283;p161"/>
                <p:cNvSpPr/>
                <p:nvPr/>
              </p:nvSpPr>
              <p:spPr>
                <a:xfrm>
                  <a:off x="4867" y="460"/>
                  <a:ext cx="138" cy="37"/>
                </a:xfrm>
                <a:custGeom>
                  <a:rect b="b" l="l" r="r" t="t"/>
                  <a:pathLst>
                    <a:path extrusionOk="0" h="44" w="138">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4" name="Google Shape;284;p161"/>
                <p:cNvSpPr/>
                <p:nvPr/>
              </p:nvSpPr>
              <p:spPr>
                <a:xfrm>
                  <a:off x="4794" y="480"/>
                  <a:ext cx="56" cy="34"/>
                </a:xfrm>
                <a:custGeom>
                  <a:rect b="b" l="l" r="r" t="t"/>
                  <a:pathLst>
                    <a:path extrusionOk="0" h="42" w="57">
                      <a:moveTo>
                        <a:pt x="17" y="25"/>
                      </a:moveTo>
                      <a:cubicBezTo>
                        <a:pt x="0" y="0"/>
                        <a:pt x="21" y="9"/>
                        <a:pt x="37" y="13"/>
                      </a:cubicBezTo>
                      <a:cubicBezTo>
                        <a:pt x="57" y="42"/>
                        <a:pt x="30" y="25"/>
                        <a:pt x="17"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5" name="Google Shape;285;p161"/>
                <p:cNvSpPr/>
                <p:nvPr/>
              </p:nvSpPr>
              <p:spPr>
                <a:xfrm>
                  <a:off x="4757" y="375"/>
                  <a:ext cx="37" cy="44"/>
                </a:xfrm>
                <a:custGeom>
                  <a:rect b="b" l="l" r="r" t="t"/>
                  <a:pathLst>
                    <a:path extrusionOk="0" h="52" w="39">
                      <a:moveTo>
                        <a:pt x="19" y="32"/>
                      </a:moveTo>
                      <a:cubicBezTo>
                        <a:pt x="13" y="14"/>
                        <a:pt x="0" y="13"/>
                        <a:pt x="19" y="0"/>
                      </a:cubicBezTo>
                      <a:cubicBezTo>
                        <a:pt x="23" y="5"/>
                        <a:pt x="39" y="52"/>
                        <a:pt x="19"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6" name="Google Shape;286;p161"/>
                <p:cNvSpPr/>
                <p:nvPr/>
              </p:nvSpPr>
              <p:spPr>
                <a:xfrm>
                  <a:off x="5054" y="507"/>
                  <a:ext cx="45" cy="66"/>
                </a:xfrm>
                <a:custGeom>
                  <a:rect b="b" l="l" r="r" t="t"/>
                  <a:pathLst>
                    <a:path extrusionOk="0" h="80" w="44">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7" name="Google Shape;287;p161"/>
                <p:cNvSpPr/>
                <p:nvPr/>
              </p:nvSpPr>
              <p:spPr>
                <a:xfrm>
                  <a:off x="4260" y="6"/>
                  <a:ext cx="480" cy="100"/>
                </a:xfrm>
                <a:custGeom>
                  <a:rect b="b" l="l" r="r" t="t"/>
                  <a:pathLst>
                    <a:path extrusionOk="0" h="64" w="323">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8" name="Google Shape;288;p161"/>
                <p:cNvSpPr/>
                <p:nvPr/>
              </p:nvSpPr>
              <p:spPr>
                <a:xfrm>
                  <a:off x="3835" y="3"/>
                  <a:ext cx="446" cy="49"/>
                </a:xfrm>
                <a:custGeom>
                  <a:rect b="b" l="l" r="r" t="t"/>
                  <a:pathLst>
                    <a:path extrusionOk="0" h="31" w="300">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9" name="Google Shape;289;p161"/>
                <p:cNvSpPr/>
                <p:nvPr/>
              </p:nvSpPr>
              <p:spPr>
                <a:xfrm>
                  <a:off x="2853" y="74"/>
                  <a:ext cx="42" cy="25"/>
                </a:xfrm>
                <a:custGeom>
                  <a:rect b="b" l="l" r="r" t="t"/>
                  <a:pathLst>
                    <a:path extrusionOk="0" h="29" w="41">
                      <a:moveTo>
                        <a:pt x="0" y="25"/>
                      </a:moveTo>
                      <a:cubicBezTo>
                        <a:pt x="10" y="11"/>
                        <a:pt x="41" y="0"/>
                        <a:pt x="12" y="29"/>
                      </a:cubicBezTo>
                      <a:cubicBezTo>
                        <a:pt x="8" y="28"/>
                        <a:pt x="0" y="25"/>
                        <a:pt x="0"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0" name="Google Shape;290;p161"/>
                <p:cNvSpPr/>
                <p:nvPr/>
              </p:nvSpPr>
              <p:spPr>
                <a:xfrm>
                  <a:off x="1704" y="3"/>
                  <a:ext cx="1022" cy="372"/>
                </a:xfrm>
                <a:custGeom>
                  <a:rect b="b" l="l" r="r" t="t"/>
                  <a:pathLst>
                    <a:path extrusionOk="0" h="152" w="436">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1" name="Google Shape;291;p161"/>
                <p:cNvSpPr/>
                <p:nvPr/>
              </p:nvSpPr>
              <p:spPr>
                <a:xfrm>
                  <a:off x="2729" y="-9"/>
                  <a:ext cx="47" cy="134"/>
                </a:xfrm>
                <a:custGeom>
                  <a:rect b="b" l="l" r="r" t="t"/>
                  <a:pathLst>
                    <a:path extrusionOk="0" h="165" w="47">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2" name="Google Shape;292;p161"/>
                <p:cNvSpPr/>
                <p:nvPr/>
              </p:nvSpPr>
              <p:spPr>
                <a:xfrm>
                  <a:off x="2701" y="103"/>
                  <a:ext cx="138" cy="84"/>
                </a:xfrm>
                <a:custGeom>
                  <a:rect b="b" l="l" r="r" t="t"/>
                  <a:pathLst>
                    <a:path extrusionOk="0" h="103" w="138">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3" name="Google Shape;293;p161"/>
                <p:cNvSpPr/>
                <p:nvPr/>
              </p:nvSpPr>
              <p:spPr>
                <a:xfrm>
                  <a:off x="2553" y="182"/>
                  <a:ext cx="187" cy="176"/>
                </a:xfrm>
                <a:custGeom>
                  <a:rect b="b" l="l" r="r" t="t"/>
                  <a:pathLst>
                    <a:path extrusionOk="0" h="214" w="188">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4" name="Google Shape;294;p161"/>
                <p:cNvSpPr/>
                <p:nvPr/>
              </p:nvSpPr>
              <p:spPr>
                <a:xfrm>
                  <a:off x="2677" y="233"/>
                  <a:ext cx="14" cy="10"/>
                </a:xfrm>
                <a:custGeom>
                  <a:rect b="b" l="l" r="r" t="t"/>
                  <a:pathLst>
                    <a:path extrusionOk="0" h="13" w="13">
                      <a:moveTo>
                        <a:pt x="0" y="9"/>
                      </a:moveTo>
                      <a:cubicBezTo>
                        <a:pt x="6" y="0"/>
                        <a:pt x="13" y="7"/>
                        <a:pt x="4" y="13"/>
                      </a:cubicBezTo>
                      <a:cubicBezTo>
                        <a:pt x="0" y="6"/>
                        <a:pt x="0" y="5"/>
                        <a:pt x="0" y="9"/>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5" name="Google Shape;295;p161"/>
                <p:cNvSpPr/>
                <p:nvPr/>
              </p:nvSpPr>
              <p:spPr>
                <a:xfrm>
                  <a:off x="1627" y="353"/>
                  <a:ext cx="813" cy="462"/>
                </a:xfrm>
                <a:custGeom>
                  <a:rect b="b" l="l" r="r" t="t"/>
                  <a:pathLst>
                    <a:path extrusionOk="0" h="564" w="812">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6" name="Google Shape;296;p161"/>
                <p:cNvSpPr/>
                <p:nvPr/>
              </p:nvSpPr>
              <p:spPr>
                <a:xfrm>
                  <a:off x="1770" y="671"/>
                  <a:ext cx="45" cy="71"/>
                </a:xfrm>
                <a:custGeom>
                  <a:rect b="b" l="l" r="r" t="t"/>
                  <a:pathLst>
                    <a:path extrusionOk="0" h="85" w="43">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7" name="Google Shape;297;p161"/>
                <p:cNvSpPr/>
                <p:nvPr/>
              </p:nvSpPr>
              <p:spPr>
                <a:xfrm>
                  <a:off x="2394" y="431"/>
                  <a:ext cx="42" cy="59"/>
                </a:xfrm>
                <a:custGeom>
                  <a:rect b="b" l="l" r="r" t="t"/>
                  <a:pathLst>
                    <a:path extrusionOk="0" h="74" w="4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8" name="Google Shape;298;p161"/>
                <p:cNvSpPr/>
                <p:nvPr/>
              </p:nvSpPr>
              <p:spPr>
                <a:xfrm>
                  <a:off x="2513" y="402"/>
                  <a:ext cx="21" cy="24"/>
                </a:xfrm>
                <a:custGeom>
                  <a:rect b="b" l="l" r="r" t="t"/>
                  <a:pathLst>
                    <a:path extrusionOk="0" h="30" w="20">
                      <a:moveTo>
                        <a:pt x="7" y="16"/>
                      </a:moveTo>
                      <a:cubicBezTo>
                        <a:pt x="18" y="0"/>
                        <a:pt x="20" y="20"/>
                        <a:pt x="5" y="30"/>
                      </a:cubicBezTo>
                      <a:cubicBezTo>
                        <a:pt x="0" y="23"/>
                        <a:pt x="1" y="22"/>
                        <a:pt x="7" y="1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99" name="Google Shape;299;p161"/>
                <p:cNvSpPr/>
                <p:nvPr/>
              </p:nvSpPr>
              <p:spPr>
                <a:xfrm>
                  <a:off x="333" y="169"/>
                  <a:ext cx="1015" cy="866"/>
                </a:xfrm>
                <a:custGeom>
                  <a:rect b="b" l="l" r="r" t="t"/>
                  <a:pathLst>
                    <a:path extrusionOk="0" h="557" w="682">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0" name="Google Shape;300;p161"/>
                <p:cNvSpPr/>
                <p:nvPr/>
              </p:nvSpPr>
              <p:spPr>
                <a:xfrm>
                  <a:off x="727" y="495"/>
                  <a:ext cx="382" cy="540"/>
                </a:xfrm>
                <a:custGeom>
                  <a:rect b="b" l="l" r="r" t="t"/>
                  <a:pathLst>
                    <a:path extrusionOk="0" h="347" w="25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1" name="Google Shape;301;p161"/>
                <p:cNvSpPr/>
                <p:nvPr/>
              </p:nvSpPr>
              <p:spPr>
                <a:xfrm>
                  <a:off x="1400" y="896"/>
                  <a:ext cx="16" cy="29"/>
                </a:xfrm>
                <a:custGeom>
                  <a:rect b="b" l="l" r="r" t="t"/>
                  <a:pathLst>
                    <a:path extrusionOk="0" h="37" w="19">
                      <a:moveTo>
                        <a:pt x="7" y="25"/>
                      </a:moveTo>
                      <a:cubicBezTo>
                        <a:pt x="0" y="4"/>
                        <a:pt x="12" y="0"/>
                        <a:pt x="19" y="21"/>
                      </a:cubicBezTo>
                      <a:cubicBezTo>
                        <a:pt x="14" y="37"/>
                        <a:pt x="18" y="36"/>
                        <a:pt x="7"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2" name="Google Shape;302;p161"/>
                <p:cNvSpPr/>
                <p:nvPr/>
              </p:nvSpPr>
              <p:spPr>
                <a:xfrm>
                  <a:off x="1379" y="617"/>
                  <a:ext cx="21" cy="17"/>
                </a:xfrm>
                <a:custGeom>
                  <a:rect b="b" l="l" r="r" t="t"/>
                  <a:pathLst>
                    <a:path extrusionOk="0" h="20" w="22">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3" name="Google Shape;303;p161"/>
                <p:cNvSpPr/>
                <p:nvPr/>
              </p:nvSpPr>
              <p:spPr>
                <a:xfrm>
                  <a:off x="453" y="275"/>
                  <a:ext cx="58" cy="24"/>
                </a:xfrm>
                <a:custGeom>
                  <a:rect b="b" l="l" r="r" t="t"/>
                  <a:pathLst>
                    <a:path extrusionOk="0" h="30" w="57">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4" name="Google Shape;304;p161"/>
                <p:cNvSpPr/>
                <p:nvPr/>
              </p:nvSpPr>
              <p:spPr>
                <a:xfrm>
                  <a:off x="1161" y="50"/>
                  <a:ext cx="691" cy="569"/>
                </a:xfrm>
                <a:custGeom>
                  <a:rect b="b" l="l" r="r" t="t"/>
                  <a:pathLst>
                    <a:path extrusionOk="0" h="696" w="693">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5" name="Google Shape;305;p161"/>
                <p:cNvSpPr/>
                <p:nvPr/>
              </p:nvSpPr>
              <p:spPr>
                <a:xfrm>
                  <a:off x="689" y="6"/>
                  <a:ext cx="1386" cy="232"/>
                </a:xfrm>
                <a:custGeom>
                  <a:rect b="b" l="l" r="r" t="t"/>
                  <a:pathLst>
                    <a:path extrusionOk="0" h="149" w="931">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6" name="Google Shape;306;p161"/>
                <p:cNvSpPr/>
                <p:nvPr/>
              </p:nvSpPr>
              <p:spPr>
                <a:xfrm>
                  <a:off x="971" y="91"/>
                  <a:ext cx="30" cy="25"/>
                </a:xfrm>
                <a:custGeom>
                  <a:rect b="b" l="l" r="r" t="t"/>
                  <a:pathLst>
                    <a:path extrusionOk="0" h="30" w="31">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7" name="Google Shape;307;p161"/>
                <p:cNvSpPr/>
                <p:nvPr/>
              </p:nvSpPr>
              <p:spPr>
                <a:xfrm>
                  <a:off x="935" y="125"/>
                  <a:ext cx="45" cy="27"/>
                </a:xfrm>
                <a:custGeom>
                  <a:rect b="b" l="l" r="r" t="t"/>
                  <a:pathLst>
                    <a:path extrusionOk="0" h="32" w="44">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8" name="Google Shape;308;p161"/>
                <p:cNvSpPr/>
                <p:nvPr/>
              </p:nvSpPr>
              <p:spPr>
                <a:xfrm>
                  <a:off x="1081" y="226"/>
                  <a:ext cx="75" cy="14"/>
                </a:xfrm>
                <a:custGeom>
                  <a:rect b="b" l="l" r="r" t="t"/>
                  <a:pathLst>
                    <a:path extrusionOk="0" h="18" w="76">
                      <a:moveTo>
                        <a:pt x="37" y="18"/>
                      </a:moveTo>
                      <a:cubicBezTo>
                        <a:pt x="25" y="14"/>
                        <a:pt x="0" y="10"/>
                        <a:pt x="25" y="2"/>
                      </a:cubicBezTo>
                      <a:cubicBezTo>
                        <a:pt x="76" y="9"/>
                        <a:pt x="46" y="0"/>
                        <a:pt x="37"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09" name="Google Shape;309;p161"/>
                <p:cNvSpPr/>
                <p:nvPr/>
              </p:nvSpPr>
              <p:spPr>
                <a:xfrm>
                  <a:off x="1210" y="223"/>
                  <a:ext cx="42" cy="37"/>
                </a:xfrm>
                <a:custGeom>
                  <a:rect b="b" l="l" r="r" t="t"/>
                  <a:pathLst>
                    <a:path extrusionOk="0" h="44" w="42">
                      <a:moveTo>
                        <a:pt x="0" y="21"/>
                      </a:moveTo>
                      <a:cubicBezTo>
                        <a:pt x="4" y="17"/>
                        <a:pt x="7" y="11"/>
                        <a:pt x="12" y="9"/>
                      </a:cubicBezTo>
                      <a:cubicBezTo>
                        <a:pt x="42" y="0"/>
                        <a:pt x="23" y="44"/>
                        <a:pt x="0" y="2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310" name="Google Shape;310;p161"/>
                <p:cNvSpPr/>
                <p:nvPr/>
              </p:nvSpPr>
              <p:spPr>
                <a:xfrm>
                  <a:off x="865" y="123"/>
                  <a:ext cx="33" cy="24"/>
                </a:xfrm>
                <a:custGeom>
                  <a:rect b="b" l="l" r="r" t="t"/>
                  <a:pathLst>
                    <a:path extrusionOk="0" h="30" w="31">
                      <a:moveTo>
                        <a:pt x="7" y="22"/>
                      </a:moveTo>
                      <a:cubicBezTo>
                        <a:pt x="0" y="0"/>
                        <a:pt x="15" y="6"/>
                        <a:pt x="31" y="10"/>
                      </a:cubicBezTo>
                      <a:cubicBezTo>
                        <a:pt x="14" y="16"/>
                        <a:pt x="15" y="30"/>
                        <a:pt x="7" y="2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grpSp>
          <p:grpSp>
            <p:nvGrpSpPr>
              <p:cNvPr id="311" name="Google Shape;311;p161"/>
              <p:cNvGrpSpPr/>
              <p:nvPr/>
            </p:nvGrpSpPr>
            <p:grpSpPr>
              <a:xfrm>
                <a:off x="7" y="6"/>
                <a:ext cx="5739" cy="1022"/>
                <a:chOff x="1056" y="111"/>
                <a:chExt cx="2448" cy="418"/>
              </a:xfrm>
            </p:grpSpPr>
            <p:cxnSp>
              <p:nvCxnSpPr>
                <p:cNvPr id="312" name="Google Shape;312;p161"/>
                <p:cNvCxnSpPr/>
                <p:nvPr/>
              </p:nvCxnSpPr>
              <p:spPr>
                <a:xfrm>
                  <a:off x="1056" y="332"/>
                  <a:ext cx="2448" cy="0"/>
                </a:xfrm>
                <a:prstGeom prst="straightConnector1">
                  <a:avLst/>
                </a:prstGeom>
                <a:noFill/>
                <a:ln cap="flat" cmpd="sng" w="9525">
                  <a:solidFill>
                    <a:schemeClr val="folHlink"/>
                  </a:solidFill>
                  <a:prstDash val="solid"/>
                  <a:round/>
                  <a:headEnd len="med" w="med" type="none"/>
                  <a:tailEnd len="med" w="med" type="none"/>
                </a:ln>
              </p:spPr>
            </p:cxnSp>
            <p:cxnSp>
              <p:nvCxnSpPr>
                <p:cNvPr id="313" name="Google Shape;313;p161"/>
                <p:cNvCxnSpPr/>
                <p:nvPr/>
              </p:nvCxnSpPr>
              <p:spPr>
                <a:xfrm>
                  <a:off x="1254"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14" name="Google Shape;314;p161"/>
                <p:cNvCxnSpPr/>
                <p:nvPr/>
              </p:nvCxnSpPr>
              <p:spPr>
                <a:xfrm>
                  <a:off x="1482"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15" name="Google Shape;315;p161"/>
                <p:cNvCxnSpPr/>
                <p:nvPr/>
              </p:nvCxnSpPr>
              <p:spPr>
                <a:xfrm>
                  <a:off x="1710"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16" name="Google Shape;316;p161"/>
                <p:cNvCxnSpPr/>
                <p:nvPr/>
              </p:nvCxnSpPr>
              <p:spPr>
                <a:xfrm>
                  <a:off x="1938"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17" name="Google Shape;317;p161"/>
                <p:cNvCxnSpPr/>
                <p:nvPr/>
              </p:nvCxnSpPr>
              <p:spPr>
                <a:xfrm>
                  <a:off x="2166"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18" name="Google Shape;318;p161"/>
                <p:cNvCxnSpPr/>
                <p:nvPr/>
              </p:nvCxnSpPr>
              <p:spPr>
                <a:xfrm>
                  <a:off x="2394"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19" name="Google Shape;319;p161"/>
                <p:cNvCxnSpPr/>
                <p:nvPr/>
              </p:nvCxnSpPr>
              <p:spPr>
                <a:xfrm>
                  <a:off x="2622"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20" name="Google Shape;320;p161"/>
                <p:cNvCxnSpPr/>
                <p:nvPr/>
              </p:nvCxnSpPr>
              <p:spPr>
                <a:xfrm>
                  <a:off x="2850"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21" name="Google Shape;321;p161"/>
                <p:cNvCxnSpPr/>
                <p:nvPr/>
              </p:nvCxnSpPr>
              <p:spPr>
                <a:xfrm>
                  <a:off x="3078" y="111"/>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322" name="Google Shape;322;p161"/>
                <p:cNvCxnSpPr/>
                <p:nvPr/>
              </p:nvCxnSpPr>
              <p:spPr>
                <a:xfrm>
                  <a:off x="3306" y="111"/>
                  <a:ext cx="0" cy="418"/>
                </a:xfrm>
                <a:prstGeom prst="straightConnector1">
                  <a:avLst/>
                </a:prstGeom>
                <a:noFill/>
                <a:ln cap="flat" cmpd="sng" w="9525">
                  <a:solidFill>
                    <a:schemeClr val="folHlink"/>
                  </a:solidFill>
                  <a:prstDash val="solid"/>
                  <a:round/>
                  <a:headEnd len="med" w="med" type="none"/>
                  <a:tailEnd len="med" w="med" type="none"/>
                </a:ln>
              </p:spPr>
            </p:cxnSp>
          </p:grpSp>
          <p:grpSp>
            <p:nvGrpSpPr>
              <p:cNvPr id="323" name="Google Shape;323;p161"/>
              <p:cNvGrpSpPr/>
              <p:nvPr/>
            </p:nvGrpSpPr>
            <p:grpSpPr>
              <a:xfrm>
                <a:off x="363" y="1"/>
                <a:ext cx="4919" cy="1034"/>
                <a:chOff x="1208" y="109"/>
                <a:chExt cx="2098" cy="423"/>
              </a:xfrm>
            </p:grpSpPr>
            <p:cxnSp>
              <p:nvCxnSpPr>
                <p:cNvPr id="324" name="Google Shape;324;p161"/>
                <p:cNvCxnSpPr/>
                <p:nvPr/>
              </p:nvCxnSpPr>
              <p:spPr>
                <a:xfrm>
                  <a:off x="2850" y="110"/>
                  <a:ext cx="0" cy="142"/>
                </a:xfrm>
                <a:prstGeom prst="straightConnector1">
                  <a:avLst/>
                </a:prstGeom>
                <a:noFill/>
                <a:ln cap="flat" cmpd="sng" w="9525">
                  <a:solidFill>
                    <a:schemeClr val="hlink"/>
                  </a:solidFill>
                  <a:prstDash val="solid"/>
                  <a:round/>
                  <a:headEnd len="med" w="med" type="none"/>
                  <a:tailEnd len="med" w="med" type="none"/>
                </a:ln>
              </p:spPr>
            </p:cxnSp>
            <p:cxnSp>
              <p:nvCxnSpPr>
                <p:cNvPr id="325" name="Google Shape;325;p161"/>
                <p:cNvCxnSpPr/>
                <p:nvPr/>
              </p:nvCxnSpPr>
              <p:spPr>
                <a:xfrm>
                  <a:off x="2972" y="332"/>
                  <a:ext cx="70" cy="0"/>
                </a:xfrm>
                <a:prstGeom prst="straightConnector1">
                  <a:avLst/>
                </a:prstGeom>
                <a:noFill/>
                <a:ln cap="flat" cmpd="sng" w="9525">
                  <a:solidFill>
                    <a:schemeClr val="hlink"/>
                  </a:solidFill>
                  <a:prstDash val="solid"/>
                  <a:round/>
                  <a:headEnd len="med" w="med" type="none"/>
                  <a:tailEnd len="med" w="med" type="none"/>
                </a:ln>
              </p:spPr>
            </p:cxnSp>
            <p:cxnSp>
              <p:nvCxnSpPr>
                <p:cNvPr id="326" name="Google Shape;326;p161"/>
                <p:cNvCxnSpPr/>
                <p:nvPr/>
              </p:nvCxnSpPr>
              <p:spPr>
                <a:xfrm>
                  <a:off x="3078" y="350"/>
                  <a:ext cx="0" cy="28"/>
                </a:xfrm>
                <a:prstGeom prst="straightConnector1">
                  <a:avLst/>
                </a:prstGeom>
                <a:noFill/>
                <a:ln cap="flat" cmpd="sng" w="9525">
                  <a:solidFill>
                    <a:schemeClr val="hlink"/>
                  </a:solidFill>
                  <a:prstDash val="solid"/>
                  <a:round/>
                  <a:headEnd len="med" w="med" type="none"/>
                  <a:tailEnd len="med" w="med" type="none"/>
                </a:ln>
              </p:spPr>
            </p:cxnSp>
            <p:cxnSp>
              <p:nvCxnSpPr>
                <p:cNvPr id="327" name="Google Shape;327;p161"/>
                <p:cNvCxnSpPr/>
                <p:nvPr/>
              </p:nvCxnSpPr>
              <p:spPr>
                <a:xfrm>
                  <a:off x="3306" y="450"/>
                  <a:ext cx="0" cy="79"/>
                </a:xfrm>
                <a:prstGeom prst="straightConnector1">
                  <a:avLst/>
                </a:prstGeom>
                <a:noFill/>
                <a:ln cap="flat" cmpd="sng" w="9525">
                  <a:solidFill>
                    <a:schemeClr val="hlink"/>
                  </a:solidFill>
                  <a:prstDash val="solid"/>
                  <a:round/>
                  <a:headEnd len="med" w="med" type="none"/>
                  <a:tailEnd len="med" w="med" type="none"/>
                </a:ln>
              </p:spPr>
            </p:cxnSp>
            <p:cxnSp>
              <p:nvCxnSpPr>
                <p:cNvPr id="328" name="Google Shape;328;p161"/>
                <p:cNvCxnSpPr/>
                <p:nvPr/>
              </p:nvCxnSpPr>
              <p:spPr>
                <a:xfrm>
                  <a:off x="2166" y="114"/>
                  <a:ext cx="0" cy="62"/>
                </a:xfrm>
                <a:prstGeom prst="straightConnector1">
                  <a:avLst/>
                </a:prstGeom>
                <a:noFill/>
                <a:ln cap="flat" cmpd="sng" w="9525">
                  <a:solidFill>
                    <a:schemeClr val="hlink"/>
                  </a:solidFill>
                  <a:prstDash val="solid"/>
                  <a:round/>
                  <a:headEnd len="med" w="med" type="none"/>
                  <a:tailEnd len="med" w="med" type="none"/>
                </a:ln>
              </p:spPr>
            </p:cxnSp>
            <p:cxnSp>
              <p:nvCxnSpPr>
                <p:cNvPr id="329" name="Google Shape;329;p161"/>
                <p:cNvCxnSpPr/>
                <p:nvPr/>
              </p:nvCxnSpPr>
              <p:spPr>
                <a:xfrm>
                  <a:off x="1938" y="111"/>
                  <a:ext cx="0" cy="337"/>
                </a:xfrm>
                <a:prstGeom prst="straightConnector1">
                  <a:avLst/>
                </a:prstGeom>
                <a:noFill/>
                <a:ln cap="flat" cmpd="sng" w="9525">
                  <a:solidFill>
                    <a:schemeClr val="hlink"/>
                  </a:solidFill>
                  <a:prstDash val="solid"/>
                  <a:round/>
                  <a:headEnd len="med" w="med" type="none"/>
                  <a:tailEnd len="med" w="med" type="none"/>
                </a:ln>
              </p:spPr>
            </p:cxnSp>
            <p:cxnSp>
              <p:nvCxnSpPr>
                <p:cNvPr id="330" name="Google Shape;330;p161"/>
                <p:cNvCxnSpPr/>
                <p:nvPr/>
              </p:nvCxnSpPr>
              <p:spPr>
                <a:xfrm rot="10800000">
                  <a:off x="1912" y="332"/>
                  <a:ext cx="68" cy="0"/>
                </a:xfrm>
                <a:prstGeom prst="straightConnector1">
                  <a:avLst/>
                </a:prstGeom>
                <a:noFill/>
                <a:ln cap="flat" cmpd="sng" w="9525">
                  <a:solidFill>
                    <a:schemeClr val="hlink"/>
                  </a:solidFill>
                  <a:prstDash val="solid"/>
                  <a:round/>
                  <a:headEnd len="med" w="med" type="none"/>
                  <a:tailEnd len="med" w="med" type="none"/>
                </a:ln>
              </p:spPr>
            </p:cxnSp>
            <p:cxnSp>
              <p:nvCxnSpPr>
                <p:cNvPr id="331" name="Google Shape;331;p161"/>
                <p:cNvCxnSpPr/>
                <p:nvPr/>
              </p:nvCxnSpPr>
              <p:spPr>
                <a:xfrm>
                  <a:off x="1778" y="332"/>
                  <a:ext cx="60" cy="0"/>
                </a:xfrm>
                <a:prstGeom prst="straightConnector1">
                  <a:avLst/>
                </a:prstGeom>
                <a:noFill/>
                <a:ln cap="flat" cmpd="sng" w="9525">
                  <a:solidFill>
                    <a:schemeClr val="hlink"/>
                  </a:solidFill>
                  <a:prstDash val="solid"/>
                  <a:round/>
                  <a:headEnd len="med" w="med" type="none"/>
                  <a:tailEnd len="med" w="med" type="none"/>
                </a:ln>
              </p:spPr>
            </p:cxnSp>
            <p:cxnSp>
              <p:nvCxnSpPr>
                <p:cNvPr id="332" name="Google Shape;332;p161"/>
                <p:cNvCxnSpPr/>
                <p:nvPr/>
              </p:nvCxnSpPr>
              <p:spPr>
                <a:xfrm rot="10800000">
                  <a:off x="1578" y="332"/>
                  <a:ext cx="82" cy="0"/>
                </a:xfrm>
                <a:prstGeom prst="straightConnector1">
                  <a:avLst/>
                </a:prstGeom>
                <a:noFill/>
                <a:ln cap="flat" cmpd="sng" w="9525">
                  <a:solidFill>
                    <a:schemeClr val="hlink"/>
                  </a:solidFill>
                  <a:prstDash val="solid"/>
                  <a:round/>
                  <a:headEnd len="med" w="med" type="none"/>
                  <a:tailEnd len="med" w="med" type="none"/>
                </a:ln>
              </p:spPr>
            </p:cxnSp>
            <p:cxnSp>
              <p:nvCxnSpPr>
                <p:cNvPr id="333" name="Google Shape;333;p161"/>
                <p:cNvCxnSpPr/>
                <p:nvPr/>
              </p:nvCxnSpPr>
              <p:spPr>
                <a:xfrm>
                  <a:off x="1208" y="332"/>
                  <a:ext cx="348" cy="0"/>
                </a:xfrm>
                <a:prstGeom prst="straightConnector1">
                  <a:avLst/>
                </a:prstGeom>
                <a:noFill/>
                <a:ln cap="flat" cmpd="sng" w="9525">
                  <a:solidFill>
                    <a:schemeClr val="hlink"/>
                  </a:solidFill>
                  <a:prstDash val="solid"/>
                  <a:round/>
                  <a:headEnd len="med" w="med" type="none"/>
                  <a:tailEnd len="med" w="med" type="none"/>
                </a:ln>
              </p:spPr>
            </p:cxnSp>
            <p:cxnSp>
              <p:nvCxnSpPr>
                <p:cNvPr id="334" name="Google Shape;334;p161"/>
                <p:cNvCxnSpPr/>
                <p:nvPr/>
              </p:nvCxnSpPr>
              <p:spPr>
                <a:xfrm>
                  <a:off x="1480" y="234"/>
                  <a:ext cx="0" cy="298"/>
                </a:xfrm>
                <a:prstGeom prst="straightConnector1">
                  <a:avLst/>
                </a:prstGeom>
                <a:noFill/>
                <a:ln cap="flat" cmpd="sng" w="9525">
                  <a:solidFill>
                    <a:schemeClr val="hlink"/>
                  </a:solidFill>
                  <a:prstDash val="solid"/>
                  <a:round/>
                  <a:headEnd len="med" w="med" type="none"/>
                  <a:tailEnd len="med" w="med" type="none"/>
                </a:ln>
              </p:spPr>
            </p:cxnSp>
            <p:cxnSp>
              <p:nvCxnSpPr>
                <p:cNvPr id="335" name="Google Shape;335;p161"/>
                <p:cNvCxnSpPr/>
                <p:nvPr/>
              </p:nvCxnSpPr>
              <p:spPr>
                <a:xfrm>
                  <a:off x="1254" y="252"/>
                  <a:ext cx="0" cy="156"/>
                </a:xfrm>
                <a:prstGeom prst="straightConnector1">
                  <a:avLst/>
                </a:prstGeom>
                <a:noFill/>
                <a:ln cap="flat" cmpd="sng" w="9525">
                  <a:solidFill>
                    <a:schemeClr val="hlink"/>
                  </a:solidFill>
                  <a:prstDash val="solid"/>
                  <a:round/>
                  <a:headEnd len="med" w="med" type="none"/>
                  <a:tailEnd len="med" w="med" type="none"/>
                </a:ln>
              </p:spPr>
            </p:cxnSp>
            <p:cxnSp>
              <p:nvCxnSpPr>
                <p:cNvPr id="336" name="Google Shape;336;p161"/>
                <p:cNvCxnSpPr/>
                <p:nvPr/>
              </p:nvCxnSpPr>
              <p:spPr>
                <a:xfrm rot="10800000">
                  <a:off x="1482" y="109"/>
                  <a:ext cx="0" cy="27"/>
                </a:xfrm>
                <a:prstGeom prst="straightConnector1">
                  <a:avLst/>
                </a:prstGeom>
                <a:noFill/>
                <a:ln cap="flat" cmpd="sng" w="9525">
                  <a:solidFill>
                    <a:schemeClr val="hlink"/>
                  </a:solidFill>
                  <a:prstDash val="solid"/>
                  <a:round/>
                  <a:headEnd len="med" w="med" type="none"/>
                  <a:tailEnd len="med" w="med" type="none"/>
                </a:ln>
              </p:spPr>
            </p:cxnSp>
            <p:cxnSp>
              <p:nvCxnSpPr>
                <p:cNvPr id="337" name="Google Shape;337;p161"/>
                <p:cNvCxnSpPr/>
                <p:nvPr/>
              </p:nvCxnSpPr>
              <p:spPr>
                <a:xfrm>
                  <a:off x="1710" y="180"/>
                  <a:ext cx="0" cy="96"/>
                </a:xfrm>
                <a:prstGeom prst="straightConnector1">
                  <a:avLst/>
                </a:prstGeom>
                <a:noFill/>
                <a:ln cap="flat" cmpd="sng" w="9525">
                  <a:solidFill>
                    <a:schemeClr val="hlink"/>
                  </a:solidFill>
                  <a:prstDash val="solid"/>
                  <a:round/>
                  <a:headEnd len="med" w="med" type="none"/>
                  <a:tailEnd len="med" w="med" type="none"/>
                </a:ln>
              </p:spPr>
            </p:cxnSp>
            <p:cxnSp>
              <p:nvCxnSpPr>
                <p:cNvPr id="338" name="Google Shape;338;p161"/>
                <p:cNvCxnSpPr/>
                <p:nvPr/>
              </p:nvCxnSpPr>
              <p:spPr>
                <a:xfrm rot="10800000">
                  <a:off x="1710" y="111"/>
                  <a:ext cx="0" cy="22"/>
                </a:xfrm>
                <a:prstGeom prst="straightConnector1">
                  <a:avLst/>
                </a:prstGeom>
                <a:noFill/>
                <a:ln cap="flat" cmpd="sng" w="9525">
                  <a:solidFill>
                    <a:schemeClr val="hlink"/>
                  </a:solidFill>
                  <a:prstDash val="solid"/>
                  <a:round/>
                  <a:headEnd len="med" w="med" type="none"/>
                  <a:tailEnd len="med" w="med" type="none"/>
                </a:ln>
              </p:spPr>
            </p:cxnSp>
          </p:grpSp>
        </p:grpSp>
        <p:pic>
          <p:nvPicPr>
            <p:cNvPr descr="C:\My Documents\bits\earth.GIF" id="339" name="Google Shape;339;p161"/>
            <p:cNvPicPr preferRelativeResize="0"/>
            <p:nvPr/>
          </p:nvPicPr>
          <p:blipFill rotWithShape="1">
            <a:blip r:embed="rId2">
              <a:alphaModFix/>
            </a:blip>
            <a:srcRect b="0" l="0" r="0" t="0"/>
            <a:stretch/>
          </p:blipFill>
          <p:spPr>
            <a:xfrm>
              <a:off x="336" y="1566"/>
              <a:ext cx="690" cy="642"/>
            </a:xfrm>
            <a:prstGeom prst="rect">
              <a:avLst/>
            </a:prstGeom>
            <a:noFill/>
            <a:ln>
              <a:noFill/>
            </a:ln>
          </p:spPr>
        </p:pic>
      </p:grpSp>
      <p:sp>
        <p:nvSpPr>
          <p:cNvPr id="340" name="Google Shape;340;p161"/>
          <p:cNvSpPr txBox="1"/>
          <p:nvPr>
            <p:ph type="ctrTitle"/>
          </p:nvPr>
        </p:nvSpPr>
        <p:spPr>
          <a:xfrm>
            <a:off x="2438400" y="1828800"/>
            <a:ext cx="9245600" cy="2362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1" name="Google Shape;341;p161"/>
          <p:cNvSpPr txBox="1"/>
          <p:nvPr>
            <p:ph idx="1" type="subTitle"/>
          </p:nvPr>
        </p:nvSpPr>
        <p:spPr>
          <a:xfrm>
            <a:off x="2438400" y="4572000"/>
            <a:ext cx="9245600" cy="1295400"/>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Clr>
                <a:schemeClr val="dk1"/>
              </a:buClr>
              <a:buSzPts val="2400"/>
              <a:buFont typeface="Tahoma"/>
              <a:buNone/>
              <a:defRPr/>
            </a:lvl1pPr>
            <a:lvl2pPr lvl="1" algn="l">
              <a:spcBef>
                <a:spcPts val="360"/>
              </a:spcBef>
              <a:spcAft>
                <a:spcPts val="0"/>
              </a:spcAft>
              <a:buClr>
                <a:schemeClr val="dk1"/>
              </a:buClr>
              <a:buSzPts val="135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342" name="Google Shape;342;p161"/>
          <p:cNvSpPr txBox="1"/>
          <p:nvPr>
            <p:ph idx="10" type="dt"/>
          </p:nvPr>
        </p:nvSpPr>
        <p:spPr>
          <a:xfrm>
            <a:off x="7112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p161"/>
          <p:cNvSpPr txBox="1"/>
          <p:nvPr>
            <p:ph idx="11" type="ftr"/>
          </p:nvPr>
        </p:nvSpPr>
        <p:spPr>
          <a:xfrm>
            <a:off x="42672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161"/>
          <p:cNvSpPr txBox="1"/>
          <p:nvPr>
            <p:ph idx="12" type="sldNum"/>
          </p:nvPr>
        </p:nvSpPr>
        <p:spPr>
          <a:xfrm>
            <a:off x="91440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5" name="Shape 345"/>
        <p:cNvGrpSpPr/>
        <p:nvPr/>
      </p:nvGrpSpPr>
      <p:grpSpPr>
        <a:xfrm>
          <a:off x="0" y="0"/>
          <a:ext cx="0" cy="0"/>
          <a:chOff x="0" y="0"/>
          <a:chExt cx="0" cy="0"/>
        </a:xfrm>
      </p:grpSpPr>
      <p:sp>
        <p:nvSpPr>
          <p:cNvPr id="346" name="Google Shape;346;p162"/>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7" name="Google Shape;347;p162"/>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sz="2400"/>
            </a:lvl1pPr>
            <a:lvl2pPr indent="-228600" lvl="1" marL="914400" algn="l">
              <a:spcBef>
                <a:spcPts val="400"/>
              </a:spcBef>
              <a:spcAft>
                <a:spcPts val="0"/>
              </a:spcAft>
              <a:buClr>
                <a:schemeClr val="dk1"/>
              </a:buClr>
              <a:buSzPts val="1500"/>
              <a:buFont typeface="Tahoma"/>
              <a:buNone/>
              <a:defRPr sz="2000"/>
            </a:lvl2pPr>
            <a:lvl3pPr indent="-228600" lvl="2" marL="1371600" algn="l">
              <a:spcBef>
                <a:spcPts val="360"/>
              </a:spcBef>
              <a:spcAft>
                <a:spcPts val="0"/>
              </a:spcAft>
              <a:buClr>
                <a:schemeClr val="dk1"/>
              </a:buClr>
              <a:buSzPts val="1800"/>
              <a:buFont typeface="Tahoma"/>
              <a:buNone/>
              <a:defRPr sz="1800"/>
            </a:lvl3pPr>
            <a:lvl4pPr indent="-228600" lvl="3" marL="1828800" algn="l">
              <a:spcBef>
                <a:spcPts val="320"/>
              </a:spcBef>
              <a:spcAft>
                <a:spcPts val="0"/>
              </a:spcAft>
              <a:buClr>
                <a:schemeClr val="dk1"/>
              </a:buClr>
              <a:buSzPts val="1600"/>
              <a:buFont typeface="Tahoma"/>
              <a:buNone/>
              <a:defRPr sz="1600"/>
            </a:lvl4pPr>
            <a:lvl5pPr indent="-228600" lvl="4" marL="2286000" algn="l">
              <a:spcBef>
                <a:spcPts val="320"/>
              </a:spcBef>
              <a:spcAft>
                <a:spcPts val="0"/>
              </a:spcAft>
              <a:buSzPts val="1600"/>
              <a:buFont typeface="Tahoma"/>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348" name="Google Shape;348;p162"/>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9" name="Google Shape;349;p162"/>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162"/>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1" name="Shape 351"/>
        <p:cNvGrpSpPr/>
        <p:nvPr/>
      </p:nvGrpSpPr>
      <p:grpSpPr>
        <a:xfrm>
          <a:off x="0" y="0"/>
          <a:ext cx="0" cy="0"/>
          <a:chOff x="0" y="0"/>
          <a:chExt cx="0" cy="0"/>
        </a:xfrm>
      </p:grpSpPr>
      <p:sp>
        <p:nvSpPr>
          <p:cNvPr id="352" name="Google Shape;352;p163"/>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3" name="Google Shape;353;p163"/>
          <p:cNvSpPr txBox="1"/>
          <p:nvPr>
            <p:ph idx="1" type="body"/>
          </p:nvPr>
        </p:nvSpPr>
        <p:spPr>
          <a:xfrm>
            <a:off x="711200" y="1371600"/>
            <a:ext cx="5232400" cy="4876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163"/>
          <p:cNvSpPr txBox="1"/>
          <p:nvPr>
            <p:ph idx="2" type="body"/>
          </p:nvPr>
        </p:nvSpPr>
        <p:spPr>
          <a:xfrm>
            <a:off x="6146800" y="1371600"/>
            <a:ext cx="5232400" cy="4876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5" name="Google Shape;355;p163"/>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6" name="Google Shape;356;p163"/>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163"/>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8" name="Shape 358"/>
        <p:cNvGrpSpPr/>
        <p:nvPr/>
      </p:nvGrpSpPr>
      <p:grpSpPr>
        <a:xfrm>
          <a:off x="0" y="0"/>
          <a:ext cx="0" cy="0"/>
          <a:chOff x="0" y="0"/>
          <a:chExt cx="0" cy="0"/>
        </a:xfrm>
      </p:grpSpPr>
      <p:sp>
        <p:nvSpPr>
          <p:cNvPr id="359" name="Google Shape;359;p164"/>
          <p:cNvSpPr txBox="1"/>
          <p:nvPr>
            <p:ph type="title"/>
          </p:nvPr>
        </p:nvSpPr>
        <p:spPr>
          <a:xfrm>
            <a:off x="840317" y="365126"/>
            <a:ext cx="10515600" cy="132556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164"/>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b="1" sz="2400"/>
            </a:lvl1pPr>
            <a:lvl2pPr indent="-228600" lvl="1" marL="914400" algn="l">
              <a:spcBef>
                <a:spcPts val="400"/>
              </a:spcBef>
              <a:spcAft>
                <a:spcPts val="0"/>
              </a:spcAft>
              <a:buClr>
                <a:schemeClr val="dk1"/>
              </a:buClr>
              <a:buSzPts val="1500"/>
              <a:buFont typeface="Tahoma"/>
              <a:buNone/>
              <a:defRPr b="1" sz="2000"/>
            </a:lvl2pPr>
            <a:lvl3pPr indent="-228600" lvl="2" marL="1371600" algn="l">
              <a:spcBef>
                <a:spcPts val="360"/>
              </a:spcBef>
              <a:spcAft>
                <a:spcPts val="0"/>
              </a:spcAft>
              <a:buClr>
                <a:schemeClr val="dk1"/>
              </a:buClr>
              <a:buSzPts val="1800"/>
              <a:buFont typeface="Tahoma"/>
              <a:buNone/>
              <a:defRPr b="1" sz="1800"/>
            </a:lvl3pPr>
            <a:lvl4pPr indent="-228600" lvl="3" marL="1828800" algn="l">
              <a:spcBef>
                <a:spcPts val="320"/>
              </a:spcBef>
              <a:spcAft>
                <a:spcPts val="0"/>
              </a:spcAft>
              <a:buClr>
                <a:schemeClr val="dk1"/>
              </a:buClr>
              <a:buSzPts val="1600"/>
              <a:buFont typeface="Tahoma"/>
              <a:buNone/>
              <a:defRPr b="1" sz="1600"/>
            </a:lvl4pPr>
            <a:lvl5pPr indent="-228600" lvl="4" marL="2286000" algn="l">
              <a:spcBef>
                <a:spcPts val="320"/>
              </a:spcBef>
              <a:spcAft>
                <a:spcPts val="0"/>
              </a:spcAft>
              <a:buSzPts val="1600"/>
              <a:buFont typeface="Tahom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1" name="Google Shape;361;p164"/>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2" name="Google Shape;362;p164"/>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ahoma"/>
              <a:buNone/>
              <a:defRPr b="1" sz="2400"/>
            </a:lvl1pPr>
            <a:lvl2pPr indent="-228600" lvl="1" marL="914400" algn="l">
              <a:spcBef>
                <a:spcPts val="400"/>
              </a:spcBef>
              <a:spcAft>
                <a:spcPts val="0"/>
              </a:spcAft>
              <a:buClr>
                <a:schemeClr val="dk1"/>
              </a:buClr>
              <a:buSzPts val="1500"/>
              <a:buFont typeface="Tahoma"/>
              <a:buNone/>
              <a:defRPr b="1" sz="2000"/>
            </a:lvl2pPr>
            <a:lvl3pPr indent="-228600" lvl="2" marL="1371600" algn="l">
              <a:spcBef>
                <a:spcPts val="360"/>
              </a:spcBef>
              <a:spcAft>
                <a:spcPts val="0"/>
              </a:spcAft>
              <a:buClr>
                <a:schemeClr val="dk1"/>
              </a:buClr>
              <a:buSzPts val="1800"/>
              <a:buFont typeface="Tahoma"/>
              <a:buNone/>
              <a:defRPr b="1" sz="1800"/>
            </a:lvl3pPr>
            <a:lvl4pPr indent="-228600" lvl="3" marL="1828800" algn="l">
              <a:spcBef>
                <a:spcPts val="320"/>
              </a:spcBef>
              <a:spcAft>
                <a:spcPts val="0"/>
              </a:spcAft>
              <a:buClr>
                <a:schemeClr val="dk1"/>
              </a:buClr>
              <a:buSzPts val="1600"/>
              <a:buFont typeface="Tahoma"/>
              <a:buNone/>
              <a:defRPr b="1" sz="1600"/>
            </a:lvl4pPr>
            <a:lvl5pPr indent="-228600" lvl="4" marL="2286000" algn="l">
              <a:spcBef>
                <a:spcPts val="320"/>
              </a:spcBef>
              <a:spcAft>
                <a:spcPts val="0"/>
              </a:spcAft>
              <a:buSzPts val="1600"/>
              <a:buFont typeface="Tahom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3" name="Google Shape;363;p164"/>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4" name="Google Shape;364;p164"/>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164"/>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164"/>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7" name="Shape 367"/>
        <p:cNvGrpSpPr/>
        <p:nvPr/>
      </p:nvGrpSpPr>
      <p:grpSpPr>
        <a:xfrm>
          <a:off x="0" y="0"/>
          <a:ext cx="0" cy="0"/>
          <a:chOff x="0" y="0"/>
          <a:chExt cx="0" cy="0"/>
        </a:xfrm>
      </p:grpSpPr>
      <p:sp>
        <p:nvSpPr>
          <p:cNvPr id="368" name="Google Shape;368;p165"/>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165"/>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0" name="Google Shape;370;p165"/>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1" name="Shape 371"/>
        <p:cNvGrpSpPr/>
        <p:nvPr/>
      </p:nvGrpSpPr>
      <p:grpSpPr>
        <a:xfrm>
          <a:off x="0" y="0"/>
          <a:ext cx="0" cy="0"/>
          <a:chOff x="0" y="0"/>
          <a:chExt cx="0" cy="0"/>
        </a:xfrm>
      </p:grpSpPr>
      <p:sp>
        <p:nvSpPr>
          <p:cNvPr id="372" name="Google Shape;372;p166"/>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3" name="Google Shape;373;p166"/>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ahoma"/>
              <a:buChar char="•"/>
              <a:defRPr sz="3200"/>
            </a:lvl1pPr>
            <a:lvl2pPr indent="-361950" lvl="1" marL="914400" algn="l">
              <a:spcBef>
                <a:spcPts val="560"/>
              </a:spcBef>
              <a:spcAft>
                <a:spcPts val="0"/>
              </a:spcAft>
              <a:buClr>
                <a:schemeClr val="dk1"/>
              </a:buClr>
              <a:buSzPts val="2100"/>
              <a:buFont typeface="Tahoma"/>
              <a:buChar char="•"/>
              <a:defRPr sz="2800"/>
            </a:lvl2pPr>
            <a:lvl3pPr indent="-381000" lvl="2" marL="1371600" algn="l">
              <a:spcBef>
                <a:spcPts val="480"/>
              </a:spcBef>
              <a:spcAft>
                <a:spcPts val="0"/>
              </a:spcAft>
              <a:buClr>
                <a:schemeClr val="dk1"/>
              </a:buClr>
              <a:buSzPts val="2400"/>
              <a:buFont typeface="Tahoma"/>
              <a:buChar char="•"/>
              <a:defRPr sz="2400"/>
            </a:lvl3pPr>
            <a:lvl4pPr indent="-355600" lvl="3" marL="1828800" algn="l">
              <a:spcBef>
                <a:spcPts val="400"/>
              </a:spcBef>
              <a:spcAft>
                <a:spcPts val="0"/>
              </a:spcAft>
              <a:buClr>
                <a:schemeClr val="dk1"/>
              </a:buClr>
              <a:buSzPts val="2000"/>
              <a:buFont typeface="Tahoma"/>
              <a:buChar char="–"/>
              <a:defRPr sz="2000"/>
            </a:lvl4pPr>
            <a:lvl5pPr indent="-355600" lvl="4" marL="2286000" algn="l">
              <a:spcBef>
                <a:spcPts val="400"/>
              </a:spcBef>
              <a:spcAft>
                <a:spcPts val="0"/>
              </a:spcAft>
              <a:buSzPts val="2000"/>
              <a:buFont typeface="Tahoma"/>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74" name="Google Shape;374;p166"/>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ahoma"/>
              <a:buNone/>
              <a:defRPr sz="1600"/>
            </a:lvl1pPr>
            <a:lvl2pPr indent="-228600" lvl="1" marL="914400" algn="l">
              <a:spcBef>
                <a:spcPts val="280"/>
              </a:spcBef>
              <a:spcAft>
                <a:spcPts val="0"/>
              </a:spcAft>
              <a:buClr>
                <a:schemeClr val="dk1"/>
              </a:buClr>
              <a:buSzPts val="1050"/>
              <a:buFont typeface="Tahoma"/>
              <a:buNone/>
              <a:defRPr sz="1400"/>
            </a:lvl2pPr>
            <a:lvl3pPr indent="-228600" lvl="2" marL="1371600" algn="l">
              <a:spcBef>
                <a:spcPts val="240"/>
              </a:spcBef>
              <a:spcAft>
                <a:spcPts val="0"/>
              </a:spcAft>
              <a:buClr>
                <a:schemeClr val="dk1"/>
              </a:buClr>
              <a:buSzPts val="1200"/>
              <a:buFont typeface="Tahoma"/>
              <a:buNone/>
              <a:defRPr sz="1200"/>
            </a:lvl3pPr>
            <a:lvl4pPr indent="-228600" lvl="3" marL="1828800" algn="l">
              <a:spcBef>
                <a:spcPts val="200"/>
              </a:spcBef>
              <a:spcAft>
                <a:spcPts val="0"/>
              </a:spcAft>
              <a:buClr>
                <a:schemeClr val="dk1"/>
              </a:buClr>
              <a:buSzPts val="1000"/>
              <a:buFont typeface="Tahoma"/>
              <a:buNone/>
              <a:defRPr sz="1000"/>
            </a:lvl4pPr>
            <a:lvl5pPr indent="-228600" lvl="4" marL="2286000" algn="l">
              <a:spcBef>
                <a:spcPts val="200"/>
              </a:spcBef>
              <a:spcAft>
                <a:spcPts val="0"/>
              </a:spcAft>
              <a:buSzPts val="1000"/>
              <a:buFont typeface="Tahom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75" name="Google Shape;375;p166"/>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166"/>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7" name="Google Shape;377;p166"/>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78" name="Shape 378"/>
        <p:cNvGrpSpPr/>
        <p:nvPr/>
      </p:nvGrpSpPr>
      <p:grpSpPr>
        <a:xfrm>
          <a:off x="0" y="0"/>
          <a:ext cx="0" cy="0"/>
          <a:chOff x="0" y="0"/>
          <a:chExt cx="0" cy="0"/>
        </a:xfrm>
      </p:grpSpPr>
      <p:sp>
        <p:nvSpPr>
          <p:cNvPr id="379" name="Google Shape;379;p167"/>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167"/>
          <p:cNvSpPr/>
          <p:nvPr>
            <p:ph idx="2" type="pic"/>
          </p:nvPr>
        </p:nvSpPr>
        <p:spPr>
          <a:xfrm>
            <a:off x="5183717" y="987426"/>
            <a:ext cx="6172200" cy="4873625"/>
          </a:xfrm>
          <a:prstGeom prst="rect">
            <a:avLst/>
          </a:prstGeom>
          <a:noFill/>
          <a:ln>
            <a:noFill/>
          </a:ln>
        </p:spPr>
      </p:sp>
      <p:sp>
        <p:nvSpPr>
          <p:cNvPr id="381" name="Google Shape;381;p167"/>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ahoma"/>
              <a:buNone/>
              <a:defRPr sz="1600"/>
            </a:lvl1pPr>
            <a:lvl2pPr indent="-228600" lvl="1" marL="914400" algn="l">
              <a:spcBef>
                <a:spcPts val="280"/>
              </a:spcBef>
              <a:spcAft>
                <a:spcPts val="0"/>
              </a:spcAft>
              <a:buClr>
                <a:schemeClr val="dk1"/>
              </a:buClr>
              <a:buSzPts val="1050"/>
              <a:buFont typeface="Tahoma"/>
              <a:buNone/>
              <a:defRPr sz="1400"/>
            </a:lvl2pPr>
            <a:lvl3pPr indent="-228600" lvl="2" marL="1371600" algn="l">
              <a:spcBef>
                <a:spcPts val="240"/>
              </a:spcBef>
              <a:spcAft>
                <a:spcPts val="0"/>
              </a:spcAft>
              <a:buClr>
                <a:schemeClr val="dk1"/>
              </a:buClr>
              <a:buSzPts val="1200"/>
              <a:buFont typeface="Tahoma"/>
              <a:buNone/>
              <a:defRPr sz="1200"/>
            </a:lvl3pPr>
            <a:lvl4pPr indent="-228600" lvl="3" marL="1828800" algn="l">
              <a:spcBef>
                <a:spcPts val="200"/>
              </a:spcBef>
              <a:spcAft>
                <a:spcPts val="0"/>
              </a:spcAft>
              <a:buClr>
                <a:schemeClr val="dk1"/>
              </a:buClr>
              <a:buSzPts val="1000"/>
              <a:buFont typeface="Tahoma"/>
              <a:buNone/>
              <a:defRPr sz="1000"/>
            </a:lvl4pPr>
            <a:lvl5pPr indent="-228600" lvl="4" marL="2286000" algn="l">
              <a:spcBef>
                <a:spcPts val="200"/>
              </a:spcBef>
              <a:spcAft>
                <a:spcPts val="0"/>
              </a:spcAft>
              <a:buSzPts val="1000"/>
              <a:buFont typeface="Tahom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82" name="Google Shape;382;p167"/>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3" name="Google Shape;383;p167"/>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167"/>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85" name="Shape 385"/>
        <p:cNvGrpSpPr/>
        <p:nvPr/>
      </p:nvGrpSpPr>
      <p:grpSpPr>
        <a:xfrm>
          <a:off x="0" y="0"/>
          <a:ext cx="0" cy="0"/>
          <a:chOff x="0" y="0"/>
          <a:chExt cx="0" cy="0"/>
        </a:xfrm>
      </p:grpSpPr>
      <p:sp>
        <p:nvSpPr>
          <p:cNvPr id="386" name="Google Shape;386;p168"/>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168"/>
          <p:cNvSpPr txBox="1"/>
          <p:nvPr>
            <p:ph idx="1" type="body"/>
          </p:nvPr>
        </p:nvSpPr>
        <p:spPr>
          <a:xfrm rot="5400000">
            <a:off x="3606800" y="-1524000"/>
            <a:ext cx="4876800" cy="10668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8" name="Google Shape;388;p168"/>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168"/>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168"/>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91" name="Shape 391"/>
        <p:cNvGrpSpPr/>
        <p:nvPr/>
      </p:nvGrpSpPr>
      <p:grpSpPr>
        <a:xfrm>
          <a:off x="0" y="0"/>
          <a:ext cx="0" cy="0"/>
          <a:chOff x="0" y="0"/>
          <a:chExt cx="0" cy="0"/>
        </a:xfrm>
      </p:grpSpPr>
      <p:sp>
        <p:nvSpPr>
          <p:cNvPr id="392" name="Google Shape;392;p169"/>
          <p:cNvSpPr txBox="1"/>
          <p:nvPr>
            <p:ph type="title"/>
          </p:nvPr>
        </p:nvSpPr>
        <p:spPr>
          <a:xfrm rot="5400000">
            <a:off x="7302500" y="2171700"/>
            <a:ext cx="5486400" cy="2667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3" name="Google Shape;393;p169"/>
          <p:cNvSpPr txBox="1"/>
          <p:nvPr>
            <p:ph idx="1" type="body"/>
          </p:nvPr>
        </p:nvSpPr>
        <p:spPr>
          <a:xfrm rot="5400000">
            <a:off x="1866900" y="-393700"/>
            <a:ext cx="5486400" cy="7797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p169"/>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5" name="Google Shape;395;p169"/>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169"/>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lip Art and Text" type="clipArtAndTx">
  <p:cSld name="CLIPART_AND_TEXT">
    <p:spTree>
      <p:nvGrpSpPr>
        <p:cNvPr id="397" name="Shape 397"/>
        <p:cNvGrpSpPr/>
        <p:nvPr/>
      </p:nvGrpSpPr>
      <p:grpSpPr>
        <a:xfrm>
          <a:off x="0" y="0"/>
          <a:ext cx="0" cy="0"/>
          <a:chOff x="0" y="0"/>
          <a:chExt cx="0" cy="0"/>
        </a:xfrm>
      </p:grpSpPr>
      <p:sp>
        <p:nvSpPr>
          <p:cNvPr id="398" name="Google Shape;398;p170"/>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9" name="Google Shape;399;p170"/>
          <p:cNvSpPr/>
          <p:nvPr>
            <p:ph idx="2" type="clipArt"/>
          </p:nvPr>
        </p:nvSpPr>
        <p:spPr>
          <a:xfrm>
            <a:off x="711200" y="1371600"/>
            <a:ext cx="5232400" cy="4876800"/>
          </a:xfrm>
          <a:prstGeom prst="rect">
            <a:avLst/>
          </a:prstGeom>
          <a:noFill/>
          <a:ln>
            <a:noFill/>
          </a:ln>
        </p:spPr>
      </p:sp>
      <p:sp>
        <p:nvSpPr>
          <p:cNvPr id="400" name="Google Shape;400;p170"/>
          <p:cNvSpPr txBox="1"/>
          <p:nvPr>
            <p:ph idx="1" type="body"/>
          </p:nvPr>
        </p:nvSpPr>
        <p:spPr>
          <a:xfrm>
            <a:off x="6146800" y="1371600"/>
            <a:ext cx="5232400" cy="4876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14325" lvl="1" marL="914400" algn="l">
              <a:spcBef>
                <a:spcPts val="360"/>
              </a:spcBef>
              <a:spcAft>
                <a:spcPts val="0"/>
              </a:spcAft>
              <a:buClr>
                <a:schemeClr val="dk1"/>
              </a:buClr>
              <a:buSzPts val="135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1" name="Google Shape;401;p170"/>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2" name="Google Shape;402;p170"/>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3" name="Google Shape;403;p170"/>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15" name="Shape 415"/>
        <p:cNvGrpSpPr/>
        <p:nvPr/>
      </p:nvGrpSpPr>
      <p:grpSpPr>
        <a:xfrm>
          <a:off x="0" y="0"/>
          <a:ext cx="0" cy="0"/>
          <a:chOff x="0" y="0"/>
          <a:chExt cx="0" cy="0"/>
        </a:xfrm>
      </p:grpSpPr>
      <p:sp>
        <p:nvSpPr>
          <p:cNvPr id="416" name="Google Shape;416;p150"/>
          <p:cNvSpPr/>
          <p:nvPr/>
        </p:nvSpPr>
        <p:spPr>
          <a:xfrm>
            <a:off x="11074400" y="0"/>
            <a:ext cx="812800" cy="6858000"/>
          </a:xfrm>
          <a:prstGeom prst="rect">
            <a:avLst/>
          </a:prstGeom>
          <a:gradFill>
            <a:gsLst>
              <a:gs pos="0">
                <a:srgbClr val="677228">
                  <a:alpha val="43921"/>
                </a:srgbClr>
              </a:gs>
              <a:gs pos="100000">
                <a:srgbClr val="616B25"/>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17" name="Google Shape;417;p150"/>
          <p:cNvSpPr/>
          <p:nvPr/>
        </p:nvSpPr>
        <p:spPr>
          <a:xfrm rot="-5400000">
            <a:off x="5024438" y="-2509837"/>
            <a:ext cx="2143125" cy="12192000"/>
          </a:xfrm>
          <a:prstGeom prst="rect">
            <a:avLst/>
          </a:prstGeom>
          <a:solidFill>
            <a:srgbClr val="677228">
              <a:alpha val="4392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18" name="Google Shape;418;p150"/>
          <p:cNvSpPr/>
          <p:nvPr/>
        </p:nvSpPr>
        <p:spPr>
          <a:xfrm>
            <a:off x="9753600" y="2438401"/>
            <a:ext cx="2438400" cy="229076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19" name="Google Shape;419;p150"/>
          <p:cNvSpPr txBox="1"/>
          <p:nvPr>
            <p:ph idx="11" type="ftr"/>
          </p:nvPr>
        </p:nvSpPr>
        <p:spPr>
          <a:xfrm>
            <a:off x="1117600" y="6397625"/>
            <a:ext cx="59944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9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descr="Pink tissue paper" id="420" name="Google Shape;420;p150"/>
          <p:cNvSpPr txBox="1"/>
          <p:nvPr>
            <p:ph type="ctrTitle"/>
          </p:nvPr>
        </p:nvSpPr>
        <p:spPr>
          <a:xfrm>
            <a:off x="304800" y="152400"/>
            <a:ext cx="9448800" cy="2286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6600">
                <a:solidFill>
                  <a:srgbClr val="99003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awtri_4c UPDATE_color" id="421" name="Google Shape;421;p150"/>
          <p:cNvPicPr preferRelativeResize="0"/>
          <p:nvPr/>
        </p:nvPicPr>
        <p:blipFill rotWithShape="1">
          <a:blip r:embed="rId2">
            <a:alphaModFix/>
          </a:blip>
          <a:srcRect b="0" l="0" r="0" t="0"/>
          <a:stretch/>
        </p:blipFill>
        <p:spPr>
          <a:xfrm>
            <a:off x="101601" y="5949950"/>
            <a:ext cx="912284" cy="831850"/>
          </a:xfrm>
          <a:prstGeom prst="rect">
            <a:avLst/>
          </a:prstGeom>
          <a:noFill/>
          <a:ln>
            <a:noFill/>
          </a:ln>
        </p:spPr>
      </p:pic>
      <p:sp>
        <p:nvSpPr>
          <p:cNvPr descr="Pink tissue paper" id="422" name="Google Shape;422;p150"/>
          <p:cNvSpPr txBox="1"/>
          <p:nvPr>
            <p:ph idx="1" type="subTitle"/>
          </p:nvPr>
        </p:nvSpPr>
        <p:spPr>
          <a:xfrm>
            <a:off x="406400" y="2590800"/>
            <a:ext cx="8839200" cy="1905000"/>
          </a:xfrm>
          <a:prstGeom prst="rect">
            <a:avLst/>
          </a:prstGeom>
          <a:noFill/>
          <a:ln>
            <a:noFill/>
          </a:ln>
        </p:spPr>
        <p:txBody>
          <a:bodyPr anchorCtr="0" anchor="t" bIns="45700" lIns="91425" spcFirstLastPara="1" rIns="0" wrap="square" tIns="45700">
            <a:noAutofit/>
          </a:bodyPr>
          <a:lstStyle>
            <a:lvl1pPr lvl="0" algn="l">
              <a:spcBef>
                <a:spcPts val="640"/>
              </a:spcBef>
              <a:spcAft>
                <a:spcPts val="0"/>
              </a:spcAft>
              <a:buSzPts val="1920"/>
              <a:buFont typeface="Noto Sans Symbols"/>
              <a:buNone/>
              <a:defRPr sz="3200"/>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descr="elmasri_thumb" id="423" name="Google Shape;423;p150"/>
          <p:cNvPicPr preferRelativeResize="0"/>
          <p:nvPr/>
        </p:nvPicPr>
        <p:blipFill rotWithShape="1">
          <a:blip r:embed="rId3">
            <a:alphaModFix/>
          </a:blip>
          <a:srcRect b="0" l="0" r="0" t="0"/>
          <a:stretch/>
        </p:blipFill>
        <p:spPr>
          <a:xfrm>
            <a:off x="9893301" y="2514601"/>
            <a:ext cx="2298700" cy="214312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4" name="Shape 424"/>
        <p:cNvGrpSpPr/>
        <p:nvPr/>
      </p:nvGrpSpPr>
      <p:grpSpPr>
        <a:xfrm>
          <a:off x="0" y="0"/>
          <a:ext cx="0" cy="0"/>
          <a:chOff x="0" y="0"/>
          <a:chExt cx="0" cy="0"/>
        </a:xfrm>
      </p:grpSpPr>
      <p:sp>
        <p:nvSpPr>
          <p:cNvPr id="425" name="Google Shape;425;p15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6" name="Google Shape;426;p15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15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8" name="Shape 428"/>
        <p:cNvGrpSpPr/>
        <p:nvPr/>
      </p:nvGrpSpPr>
      <p:grpSpPr>
        <a:xfrm>
          <a:off x="0" y="0"/>
          <a:ext cx="0" cy="0"/>
          <a:chOff x="0" y="0"/>
          <a:chExt cx="0" cy="0"/>
        </a:xfrm>
      </p:grpSpPr>
      <p:sp>
        <p:nvSpPr>
          <p:cNvPr id="429" name="Google Shape;429;p15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15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1" name="Shape 431"/>
        <p:cNvGrpSpPr/>
        <p:nvPr/>
      </p:nvGrpSpPr>
      <p:grpSpPr>
        <a:xfrm>
          <a:off x="0" y="0"/>
          <a:ext cx="0" cy="0"/>
          <a:chOff x="0" y="0"/>
          <a:chExt cx="0" cy="0"/>
        </a:xfrm>
      </p:grpSpPr>
      <p:sp>
        <p:nvSpPr>
          <p:cNvPr id="432" name="Google Shape;432;p15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3" name="Shape 433"/>
        <p:cNvGrpSpPr/>
        <p:nvPr/>
      </p:nvGrpSpPr>
      <p:grpSpPr>
        <a:xfrm>
          <a:off x="0" y="0"/>
          <a:ext cx="0" cy="0"/>
          <a:chOff x="0" y="0"/>
          <a:chExt cx="0" cy="0"/>
        </a:xfrm>
      </p:grpSpPr>
      <p:sp>
        <p:nvSpPr>
          <p:cNvPr id="434" name="Google Shape;434;p171"/>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5" name="Google Shape;435;p171"/>
          <p:cNvSpPr txBox="1"/>
          <p:nvPr>
            <p:ph idx="1" type="body"/>
          </p:nvPr>
        </p:nvSpPr>
        <p:spPr>
          <a:xfrm>
            <a:off x="831851" y="4589464"/>
            <a:ext cx="10515600" cy="1500187"/>
          </a:xfrm>
          <a:prstGeom prst="rect">
            <a:avLst/>
          </a:prstGeom>
          <a:noFill/>
          <a:ln>
            <a:noFill/>
          </a:ln>
        </p:spPr>
        <p:txBody>
          <a:bodyPr anchorCtr="0" anchor="t" bIns="45700" lIns="91425" spcFirstLastPara="1" rIns="0" wrap="square" tIns="45700">
            <a:noAutofit/>
          </a:bodyPr>
          <a:lstStyle>
            <a:lvl1pPr indent="-228600" lvl="0" marL="457200" algn="l">
              <a:spcBef>
                <a:spcPts val="480"/>
              </a:spcBef>
              <a:spcAft>
                <a:spcPts val="0"/>
              </a:spcAft>
              <a:buSzPts val="1440"/>
              <a:buNone/>
              <a:defRPr sz="2400"/>
            </a:lvl1pPr>
            <a:lvl2pPr indent="-228600" lvl="1" marL="914400" algn="l">
              <a:spcBef>
                <a:spcPts val="400"/>
              </a:spcBef>
              <a:spcAft>
                <a:spcPts val="0"/>
              </a:spcAft>
              <a:buSzPts val="1100"/>
              <a:buNone/>
              <a:defRPr sz="2000"/>
            </a:lvl2pPr>
            <a:lvl3pPr indent="-228600" lvl="2" marL="1371600" algn="l">
              <a:spcBef>
                <a:spcPts val="360"/>
              </a:spcBef>
              <a:spcAft>
                <a:spcPts val="0"/>
              </a:spcAft>
              <a:buSzPts val="900"/>
              <a:buNone/>
              <a:defRPr sz="1800"/>
            </a:lvl3pPr>
            <a:lvl4pPr indent="-228600" lvl="3" marL="1828800" algn="l">
              <a:spcBef>
                <a:spcPts val="320"/>
              </a:spcBef>
              <a:spcAft>
                <a:spcPts val="0"/>
              </a:spcAft>
              <a:buSzPts val="880"/>
              <a:buNone/>
              <a:defRPr sz="1600"/>
            </a:lvl4pPr>
            <a:lvl5pPr indent="-228600" lvl="4" marL="2286000" algn="l">
              <a:spcBef>
                <a:spcPts val="320"/>
              </a:spcBef>
              <a:spcAft>
                <a:spcPts val="0"/>
              </a:spcAft>
              <a:buSzPts val="8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436" name="Google Shape;436;p17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7" name="Shape 437"/>
        <p:cNvGrpSpPr/>
        <p:nvPr/>
      </p:nvGrpSpPr>
      <p:grpSpPr>
        <a:xfrm>
          <a:off x="0" y="0"/>
          <a:ext cx="0" cy="0"/>
          <a:chOff x="0" y="0"/>
          <a:chExt cx="0" cy="0"/>
        </a:xfrm>
      </p:grpSpPr>
      <p:sp>
        <p:nvSpPr>
          <p:cNvPr id="438" name="Google Shape;438;p17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9" name="Google Shape;439;p172"/>
          <p:cNvSpPr txBox="1"/>
          <p:nvPr>
            <p:ph idx="1" type="body"/>
          </p:nvPr>
        </p:nvSpPr>
        <p:spPr>
          <a:xfrm>
            <a:off x="319618" y="1600200"/>
            <a:ext cx="5427133"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0" name="Google Shape;440;p172"/>
          <p:cNvSpPr txBox="1"/>
          <p:nvPr>
            <p:ph idx="2" type="body"/>
          </p:nvPr>
        </p:nvSpPr>
        <p:spPr>
          <a:xfrm>
            <a:off x="5949952" y="1600200"/>
            <a:ext cx="5429249"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1" name="Google Shape;441;p17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2" name="Shape 442"/>
        <p:cNvGrpSpPr/>
        <p:nvPr/>
      </p:nvGrpSpPr>
      <p:grpSpPr>
        <a:xfrm>
          <a:off x="0" y="0"/>
          <a:ext cx="0" cy="0"/>
          <a:chOff x="0" y="0"/>
          <a:chExt cx="0" cy="0"/>
        </a:xfrm>
      </p:grpSpPr>
      <p:sp>
        <p:nvSpPr>
          <p:cNvPr id="443" name="Google Shape;443;p173"/>
          <p:cNvSpPr txBox="1"/>
          <p:nvPr>
            <p:ph type="title"/>
          </p:nvPr>
        </p:nvSpPr>
        <p:spPr>
          <a:xfrm>
            <a:off x="840317" y="365126"/>
            <a:ext cx="10515600" cy="132556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4" name="Google Shape;444;p173"/>
          <p:cNvSpPr txBox="1"/>
          <p:nvPr>
            <p:ph idx="1" type="body"/>
          </p:nvPr>
        </p:nvSpPr>
        <p:spPr>
          <a:xfrm>
            <a:off x="840318" y="1681163"/>
            <a:ext cx="5158316" cy="82391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5" name="Google Shape;445;p173"/>
          <p:cNvSpPr txBox="1"/>
          <p:nvPr>
            <p:ph idx="2" type="body"/>
          </p:nvPr>
        </p:nvSpPr>
        <p:spPr>
          <a:xfrm>
            <a:off x="840318" y="2505075"/>
            <a:ext cx="5158316" cy="3684588"/>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6" name="Google Shape;446;p173"/>
          <p:cNvSpPr txBox="1"/>
          <p:nvPr>
            <p:ph idx="3" type="body"/>
          </p:nvPr>
        </p:nvSpPr>
        <p:spPr>
          <a:xfrm>
            <a:off x="6172200" y="1681163"/>
            <a:ext cx="5183717" cy="82391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7" name="Google Shape;447;p173"/>
          <p:cNvSpPr txBox="1"/>
          <p:nvPr>
            <p:ph idx="4" type="body"/>
          </p:nvPr>
        </p:nvSpPr>
        <p:spPr>
          <a:xfrm>
            <a:off x="6172200" y="2505075"/>
            <a:ext cx="5183717" cy="3684588"/>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8" name="Google Shape;448;p17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49" name="Shape 449"/>
        <p:cNvGrpSpPr/>
        <p:nvPr/>
      </p:nvGrpSpPr>
      <p:grpSpPr>
        <a:xfrm>
          <a:off x="0" y="0"/>
          <a:ext cx="0" cy="0"/>
          <a:chOff x="0" y="0"/>
          <a:chExt cx="0" cy="0"/>
        </a:xfrm>
      </p:grpSpPr>
      <p:sp>
        <p:nvSpPr>
          <p:cNvPr id="450" name="Google Shape;450;p174"/>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1" name="Google Shape;451;p174"/>
          <p:cNvSpPr txBox="1"/>
          <p:nvPr>
            <p:ph idx="1" type="body"/>
          </p:nvPr>
        </p:nvSpPr>
        <p:spPr>
          <a:xfrm>
            <a:off x="5183717" y="987426"/>
            <a:ext cx="6172200" cy="4873625"/>
          </a:xfrm>
          <a:prstGeom prst="rect">
            <a:avLst/>
          </a:prstGeom>
          <a:noFill/>
          <a:ln>
            <a:noFill/>
          </a:ln>
        </p:spPr>
        <p:txBody>
          <a:bodyPr anchorCtr="0" anchor="t" bIns="45700" lIns="91425" spcFirstLastPara="1" rIns="0" wrap="square" tIns="45700">
            <a:noAutofit/>
          </a:bodyPr>
          <a:lstStyle>
            <a:lvl1pPr indent="-350520" lvl="0" marL="457200" algn="l">
              <a:spcBef>
                <a:spcPts val="640"/>
              </a:spcBef>
              <a:spcAft>
                <a:spcPts val="0"/>
              </a:spcAft>
              <a:buSzPts val="1920"/>
              <a:buChar char="■"/>
              <a:defRPr sz="3200"/>
            </a:lvl1pPr>
            <a:lvl2pPr indent="-326390" lvl="1" marL="914400" algn="l">
              <a:spcBef>
                <a:spcPts val="560"/>
              </a:spcBef>
              <a:spcAft>
                <a:spcPts val="0"/>
              </a:spcAft>
              <a:buSzPts val="1540"/>
              <a:buChar char="■"/>
              <a:defRPr sz="2800"/>
            </a:lvl2pPr>
            <a:lvl3pPr indent="-304800" lvl="2" marL="1371600" algn="l">
              <a:spcBef>
                <a:spcPts val="480"/>
              </a:spcBef>
              <a:spcAft>
                <a:spcPts val="0"/>
              </a:spcAft>
              <a:buSzPts val="120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52" name="Google Shape;452;p174"/>
          <p:cNvSpPr txBox="1"/>
          <p:nvPr>
            <p:ph idx="2" type="body"/>
          </p:nvPr>
        </p:nvSpPr>
        <p:spPr>
          <a:xfrm>
            <a:off x="840318" y="2057400"/>
            <a:ext cx="3932767" cy="3811588"/>
          </a:xfrm>
          <a:prstGeom prst="rect">
            <a:avLst/>
          </a:prstGeom>
          <a:noFill/>
          <a:ln>
            <a:noFill/>
          </a:ln>
        </p:spPr>
        <p:txBody>
          <a:bodyPr anchorCtr="0" anchor="t" bIns="45700" lIns="91425" spcFirstLastPara="1" rIns="0" wrap="square" tIns="45700">
            <a:noAutofit/>
          </a:bodyPr>
          <a:lstStyle>
            <a:lvl1pPr indent="-228600" lvl="0" marL="457200" algn="l">
              <a:spcBef>
                <a:spcPts val="320"/>
              </a:spcBef>
              <a:spcAft>
                <a:spcPts val="0"/>
              </a:spcAft>
              <a:buSzPts val="960"/>
              <a:buNone/>
              <a:defRPr sz="1600"/>
            </a:lvl1pPr>
            <a:lvl2pPr indent="-228600" lvl="1" marL="914400" algn="l">
              <a:spcBef>
                <a:spcPts val="280"/>
              </a:spcBef>
              <a:spcAft>
                <a:spcPts val="0"/>
              </a:spcAft>
              <a:buSzPts val="770"/>
              <a:buNone/>
              <a:defRPr sz="1400"/>
            </a:lvl2pPr>
            <a:lvl3pPr indent="-228600" lvl="2" marL="1371600" algn="l">
              <a:spcBef>
                <a:spcPts val="240"/>
              </a:spcBef>
              <a:spcAft>
                <a:spcPts val="0"/>
              </a:spcAft>
              <a:buSzPts val="600"/>
              <a:buNone/>
              <a:defRPr sz="1200"/>
            </a:lvl3pPr>
            <a:lvl4pPr indent="-228600" lvl="3" marL="1828800" algn="l">
              <a:spcBef>
                <a:spcPts val="200"/>
              </a:spcBef>
              <a:spcAft>
                <a:spcPts val="0"/>
              </a:spcAft>
              <a:buSzPts val="550"/>
              <a:buNone/>
              <a:defRPr sz="1000"/>
            </a:lvl4pPr>
            <a:lvl5pPr indent="-228600" lvl="4" marL="2286000" algn="l">
              <a:spcBef>
                <a:spcPts val="200"/>
              </a:spcBef>
              <a:spcAft>
                <a:spcPts val="0"/>
              </a:spcAft>
              <a:buSzPts val="5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53" name="Google Shape;453;p17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54" name="Shape 454"/>
        <p:cNvGrpSpPr/>
        <p:nvPr/>
      </p:nvGrpSpPr>
      <p:grpSpPr>
        <a:xfrm>
          <a:off x="0" y="0"/>
          <a:ext cx="0" cy="0"/>
          <a:chOff x="0" y="0"/>
          <a:chExt cx="0" cy="0"/>
        </a:xfrm>
      </p:grpSpPr>
      <p:sp>
        <p:nvSpPr>
          <p:cNvPr id="455" name="Google Shape;455;p175"/>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6" name="Google Shape;456;p175"/>
          <p:cNvSpPr/>
          <p:nvPr>
            <p:ph idx="2" type="pic"/>
          </p:nvPr>
        </p:nvSpPr>
        <p:spPr>
          <a:xfrm>
            <a:off x="5183717" y="987426"/>
            <a:ext cx="6172200" cy="4873625"/>
          </a:xfrm>
          <a:prstGeom prst="rect">
            <a:avLst/>
          </a:prstGeom>
          <a:noFill/>
          <a:ln>
            <a:noFill/>
          </a:ln>
        </p:spPr>
      </p:sp>
      <p:sp>
        <p:nvSpPr>
          <p:cNvPr id="457" name="Google Shape;457;p175"/>
          <p:cNvSpPr txBox="1"/>
          <p:nvPr>
            <p:ph idx="1" type="body"/>
          </p:nvPr>
        </p:nvSpPr>
        <p:spPr>
          <a:xfrm>
            <a:off x="840318" y="2057400"/>
            <a:ext cx="3932767" cy="3811588"/>
          </a:xfrm>
          <a:prstGeom prst="rect">
            <a:avLst/>
          </a:prstGeom>
          <a:noFill/>
          <a:ln>
            <a:noFill/>
          </a:ln>
        </p:spPr>
        <p:txBody>
          <a:bodyPr anchorCtr="0" anchor="t" bIns="45700" lIns="91425" spcFirstLastPara="1" rIns="0" wrap="square" tIns="45700">
            <a:noAutofit/>
          </a:bodyPr>
          <a:lstStyle>
            <a:lvl1pPr indent="-228600" lvl="0" marL="457200" algn="l">
              <a:spcBef>
                <a:spcPts val="320"/>
              </a:spcBef>
              <a:spcAft>
                <a:spcPts val="0"/>
              </a:spcAft>
              <a:buSzPts val="960"/>
              <a:buNone/>
              <a:defRPr sz="1600"/>
            </a:lvl1pPr>
            <a:lvl2pPr indent="-228600" lvl="1" marL="914400" algn="l">
              <a:spcBef>
                <a:spcPts val="280"/>
              </a:spcBef>
              <a:spcAft>
                <a:spcPts val="0"/>
              </a:spcAft>
              <a:buSzPts val="770"/>
              <a:buNone/>
              <a:defRPr sz="1400"/>
            </a:lvl2pPr>
            <a:lvl3pPr indent="-228600" lvl="2" marL="1371600" algn="l">
              <a:spcBef>
                <a:spcPts val="240"/>
              </a:spcBef>
              <a:spcAft>
                <a:spcPts val="0"/>
              </a:spcAft>
              <a:buSzPts val="600"/>
              <a:buNone/>
              <a:defRPr sz="1200"/>
            </a:lvl3pPr>
            <a:lvl4pPr indent="-228600" lvl="3" marL="1828800" algn="l">
              <a:spcBef>
                <a:spcPts val="200"/>
              </a:spcBef>
              <a:spcAft>
                <a:spcPts val="0"/>
              </a:spcAft>
              <a:buSzPts val="550"/>
              <a:buNone/>
              <a:defRPr sz="1000"/>
            </a:lvl4pPr>
            <a:lvl5pPr indent="-228600" lvl="4" marL="2286000" algn="l">
              <a:spcBef>
                <a:spcPts val="200"/>
              </a:spcBef>
              <a:spcAft>
                <a:spcPts val="0"/>
              </a:spcAft>
              <a:buSzPts val="5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58" name="Google Shape;458;p17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59" name="Shape 459"/>
        <p:cNvGrpSpPr/>
        <p:nvPr/>
      </p:nvGrpSpPr>
      <p:grpSpPr>
        <a:xfrm>
          <a:off x="0" y="0"/>
          <a:ext cx="0" cy="0"/>
          <a:chOff x="0" y="0"/>
          <a:chExt cx="0" cy="0"/>
        </a:xfrm>
      </p:grpSpPr>
      <p:sp>
        <p:nvSpPr>
          <p:cNvPr id="460" name="Google Shape;460;p17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1" name="Google Shape;461;p176"/>
          <p:cNvSpPr txBox="1"/>
          <p:nvPr>
            <p:ph idx="1" type="body"/>
          </p:nvPr>
        </p:nvSpPr>
        <p:spPr>
          <a:xfrm rot="5400000">
            <a:off x="3563409" y="-1643591"/>
            <a:ext cx="4572000" cy="11059583"/>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2" name="Google Shape;462;p17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63" name="Shape 463"/>
        <p:cNvGrpSpPr/>
        <p:nvPr/>
      </p:nvGrpSpPr>
      <p:grpSpPr>
        <a:xfrm>
          <a:off x="0" y="0"/>
          <a:ext cx="0" cy="0"/>
          <a:chOff x="0" y="0"/>
          <a:chExt cx="0" cy="0"/>
        </a:xfrm>
      </p:grpSpPr>
      <p:sp>
        <p:nvSpPr>
          <p:cNvPr id="464" name="Google Shape;464;p177"/>
          <p:cNvSpPr txBox="1"/>
          <p:nvPr>
            <p:ph type="title"/>
          </p:nvPr>
        </p:nvSpPr>
        <p:spPr>
          <a:xfrm rot="5400000">
            <a:off x="7060407" y="1853408"/>
            <a:ext cx="5868987" cy="276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5" name="Google Shape;465;p177"/>
          <p:cNvSpPr txBox="1"/>
          <p:nvPr>
            <p:ph idx="1" type="body"/>
          </p:nvPr>
        </p:nvSpPr>
        <p:spPr>
          <a:xfrm rot="5400000">
            <a:off x="1421606" y="-813592"/>
            <a:ext cx="5868987" cy="81026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6" name="Google Shape;466;p17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1" sz="1400">
                <a:solidFill>
                  <a:srgbClr val="990033"/>
                </a:solidFill>
                <a:latin typeface="Arial"/>
                <a:ea typeface="Arial"/>
                <a:cs typeface="Arial"/>
                <a:sym typeface="Arial"/>
              </a:defRPr>
            </a:lvl1pPr>
            <a:lvl2pPr indent="0" lvl="1" marL="0" marR="0" algn="r">
              <a:spcBef>
                <a:spcPts val="0"/>
              </a:spcBef>
              <a:spcAft>
                <a:spcPts val="0"/>
              </a:spcAft>
              <a:buNone/>
              <a:defRPr b="1" sz="1400">
                <a:solidFill>
                  <a:srgbClr val="990033"/>
                </a:solidFill>
                <a:latin typeface="Arial"/>
                <a:ea typeface="Arial"/>
                <a:cs typeface="Arial"/>
                <a:sym typeface="Arial"/>
              </a:defRPr>
            </a:lvl2pPr>
            <a:lvl3pPr indent="0" lvl="2" marL="0" marR="0" algn="r">
              <a:spcBef>
                <a:spcPts val="0"/>
              </a:spcBef>
              <a:spcAft>
                <a:spcPts val="0"/>
              </a:spcAft>
              <a:buNone/>
              <a:defRPr b="1" sz="1400">
                <a:solidFill>
                  <a:srgbClr val="990033"/>
                </a:solidFill>
                <a:latin typeface="Arial"/>
                <a:ea typeface="Arial"/>
                <a:cs typeface="Arial"/>
                <a:sym typeface="Arial"/>
              </a:defRPr>
            </a:lvl3pPr>
            <a:lvl4pPr indent="0" lvl="3" marL="0" marR="0" algn="r">
              <a:spcBef>
                <a:spcPts val="0"/>
              </a:spcBef>
              <a:spcAft>
                <a:spcPts val="0"/>
              </a:spcAft>
              <a:buNone/>
              <a:defRPr b="1" sz="1400">
                <a:solidFill>
                  <a:srgbClr val="990033"/>
                </a:solidFill>
                <a:latin typeface="Arial"/>
                <a:ea typeface="Arial"/>
                <a:cs typeface="Arial"/>
                <a:sym typeface="Arial"/>
              </a:defRPr>
            </a:lvl4pPr>
            <a:lvl5pPr indent="0" lvl="4" marL="0" marR="0" algn="r">
              <a:spcBef>
                <a:spcPts val="0"/>
              </a:spcBef>
              <a:spcAft>
                <a:spcPts val="0"/>
              </a:spcAft>
              <a:buNone/>
              <a:defRPr b="1" sz="1400">
                <a:solidFill>
                  <a:srgbClr val="990033"/>
                </a:solidFill>
                <a:latin typeface="Arial"/>
                <a:ea typeface="Arial"/>
                <a:cs typeface="Arial"/>
                <a:sym typeface="Arial"/>
              </a:defRPr>
            </a:lvl5pPr>
            <a:lvl6pPr indent="0" lvl="5" marL="0" marR="0" algn="r">
              <a:spcBef>
                <a:spcPts val="0"/>
              </a:spcBef>
              <a:spcAft>
                <a:spcPts val="0"/>
              </a:spcAft>
              <a:buNone/>
              <a:defRPr b="1" sz="1400">
                <a:solidFill>
                  <a:srgbClr val="990033"/>
                </a:solidFill>
                <a:latin typeface="Arial"/>
                <a:ea typeface="Arial"/>
                <a:cs typeface="Arial"/>
                <a:sym typeface="Arial"/>
              </a:defRPr>
            </a:lvl6pPr>
            <a:lvl7pPr indent="0" lvl="6" marL="0" marR="0" algn="r">
              <a:spcBef>
                <a:spcPts val="0"/>
              </a:spcBef>
              <a:spcAft>
                <a:spcPts val="0"/>
              </a:spcAft>
              <a:buNone/>
              <a:defRPr b="1" sz="1400">
                <a:solidFill>
                  <a:srgbClr val="990033"/>
                </a:solidFill>
                <a:latin typeface="Arial"/>
                <a:ea typeface="Arial"/>
                <a:cs typeface="Arial"/>
                <a:sym typeface="Arial"/>
              </a:defRPr>
            </a:lvl7pPr>
            <a:lvl8pPr indent="0" lvl="7" marL="0" marR="0" algn="r">
              <a:spcBef>
                <a:spcPts val="0"/>
              </a:spcBef>
              <a:spcAft>
                <a:spcPts val="0"/>
              </a:spcAft>
              <a:buNone/>
              <a:defRPr b="1" sz="1400">
                <a:solidFill>
                  <a:srgbClr val="990033"/>
                </a:solidFill>
                <a:latin typeface="Arial"/>
                <a:ea typeface="Arial"/>
                <a:cs typeface="Arial"/>
                <a:sym typeface="Arial"/>
              </a:defRPr>
            </a:lvl8pPr>
            <a:lvl9pPr indent="0" lvl="8" marL="0" marR="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4.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3.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2" Type="http://schemas.openxmlformats.org/officeDocument/2006/relationships/theme" Target="../theme/theme4.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40"/>
          <p:cNvGrpSpPr/>
          <p:nvPr/>
        </p:nvGrpSpPr>
        <p:grpSpPr>
          <a:xfrm>
            <a:off x="11914717" y="1449388"/>
            <a:ext cx="277283" cy="5408612"/>
            <a:chOff x="5606" y="889"/>
            <a:chExt cx="154" cy="3431"/>
          </a:xfrm>
        </p:grpSpPr>
        <p:sp>
          <p:nvSpPr>
            <p:cNvPr id="11" name="Google Shape;11;p140"/>
            <p:cNvSpPr/>
            <p:nvPr/>
          </p:nvSpPr>
          <p:spPr>
            <a:xfrm flipH="1">
              <a:off x="5685" y="889"/>
              <a:ext cx="75" cy="3431"/>
            </a:xfrm>
            <a:prstGeom prst="rect">
              <a:avLst/>
            </a:prstGeom>
            <a:solidFill>
              <a:srgbClr val="67722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grpSp>
          <p:nvGrpSpPr>
            <p:cNvPr id="12" name="Google Shape;12;p140"/>
            <p:cNvGrpSpPr/>
            <p:nvPr/>
          </p:nvGrpSpPr>
          <p:grpSpPr>
            <a:xfrm>
              <a:off x="5606" y="889"/>
              <a:ext cx="106" cy="3431"/>
              <a:chOff x="5606" y="889"/>
              <a:chExt cx="106" cy="3431"/>
            </a:xfrm>
          </p:grpSpPr>
          <p:sp>
            <p:nvSpPr>
              <p:cNvPr id="13" name="Google Shape;13;p140"/>
              <p:cNvSpPr/>
              <p:nvPr/>
            </p:nvSpPr>
            <p:spPr>
              <a:xfrm flipH="1">
                <a:off x="5606" y="889"/>
                <a:ext cx="58" cy="343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sp>
            <p:nvSpPr>
              <p:cNvPr id="14" name="Google Shape;14;p140"/>
              <p:cNvSpPr/>
              <p:nvPr/>
            </p:nvSpPr>
            <p:spPr>
              <a:xfrm flipH="1">
                <a:off x="5654" y="889"/>
                <a:ext cx="58" cy="3431"/>
              </a:xfrm>
              <a:prstGeom prst="rect">
                <a:avLst/>
              </a:prstGeom>
              <a:solidFill>
                <a:srgbClr val="9900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grpSp>
      </p:grpSp>
      <p:sp>
        <p:nvSpPr>
          <p:cNvPr id="15" name="Google Shape;15;p140"/>
          <p:cNvSpPr/>
          <p:nvPr/>
        </p:nvSpPr>
        <p:spPr>
          <a:xfrm>
            <a:off x="1" y="-1"/>
            <a:ext cx="12187767" cy="1449388"/>
          </a:xfrm>
          <a:prstGeom prst="rect">
            <a:avLst/>
          </a:prstGeom>
          <a:solidFill>
            <a:srgbClr val="677228">
              <a:alpha val="3568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sp>
        <p:nvSpPr>
          <p:cNvPr id="16" name="Google Shape;16;p14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9pPr>
          </a:lstStyle>
          <a:p/>
        </p:txBody>
      </p:sp>
      <p:sp>
        <p:nvSpPr>
          <p:cNvPr id="17" name="Google Shape;17;p14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1" i="0" sz="1400" u="none" cap="none" strike="noStrike">
                <a:solidFill>
                  <a:srgbClr val="990033"/>
                </a:solidFill>
                <a:latin typeface="Arial"/>
                <a:ea typeface="Arial"/>
                <a:cs typeface="Arial"/>
                <a:sym typeface="Arial"/>
              </a:defRPr>
            </a:lvl1pPr>
            <a:lvl2pPr indent="0" lvl="1" marL="0" marR="0" rtl="0" algn="r">
              <a:spcBef>
                <a:spcPts val="0"/>
              </a:spcBef>
              <a:spcAft>
                <a:spcPts val="0"/>
              </a:spcAft>
              <a:buNone/>
              <a:defRPr b="1" i="0" sz="1400" u="none" cap="none" strike="noStrike">
                <a:solidFill>
                  <a:srgbClr val="990033"/>
                </a:solidFill>
                <a:latin typeface="Arial"/>
                <a:ea typeface="Arial"/>
                <a:cs typeface="Arial"/>
                <a:sym typeface="Arial"/>
              </a:defRPr>
            </a:lvl2pPr>
            <a:lvl3pPr indent="0" lvl="2" marL="0" marR="0" rtl="0" algn="r">
              <a:spcBef>
                <a:spcPts val="0"/>
              </a:spcBef>
              <a:spcAft>
                <a:spcPts val="0"/>
              </a:spcAft>
              <a:buNone/>
              <a:defRPr b="1" i="0" sz="1400" u="none" cap="none" strike="noStrike">
                <a:solidFill>
                  <a:srgbClr val="990033"/>
                </a:solidFill>
                <a:latin typeface="Arial"/>
                <a:ea typeface="Arial"/>
                <a:cs typeface="Arial"/>
                <a:sym typeface="Arial"/>
              </a:defRPr>
            </a:lvl3pPr>
            <a:lvl4pPr indent="0" lvl="3" marL="0" marR="0" rtl="0" algn="r">
              <a:spcBef>
                <a:spcPts val="0"/>
              </a:spcBef>
              <a:spcAft>
                <a:spcPts val="0"/>
              </a:spcAft>
              <a:buNone/>
              <a:defRPr b="1" i="0" sz="1400" u="none" cap="none" strike="noStrike">
                <a:solidFill>
                  <a:srgbClr val="990033"/>
                </a:solidFill>
                <a:latin typeface="Arial"/>
                <a:ea typeface="Arial"/>
                <a:cs typeface="Arial"/>
                <a:sym typeface="Arial"/>
              </a:defRPr>
            </a:lvl4pPr>
            <a:lvl5pPr indent="0" lvl="4" marL="0" marR="0" rtl="0" algn="r">
              <a:spcBef>
                <a:spcPts val="0"/>
              </a:spcBef>
              <a:spcAft>
                <a:spcPts val="0"/>
              </a:spcAft>
              <a:buNone/>
              <a:defRPr b="1" i="0" sz="1400" u="none" cap="none" strike="noStrike">
                <a:solidFill>
                  <a:srgbClr val="990033"/>
                </a:solidFill>
                <a:latin typeface="Arial"/>
                <a:ea typeface="Arial"/>
                <a:cs typeface="Arial"/>
                <a:sym typeface="Arial"/>
              </a:defRPr>
            </a:lvl5pPr>
            <a:lvl6pPr indent="0" lvl="5" marL="0" marR="0" rtl="0" algn="r">
              <a:spcBef>
                <a:spcPts val="0"/>
              </a:spcBef>
              <a:spcAft>
                <a:spcPts val="0"/>
              </a:spcAft>
              <a:buNone/>
              <a:defRPr b="1" i="0" sz="1400" u="none" cap="none" strike="noStrike">
                <a:solidFill>
                  <a:srgbClr val="990033"/>
                </a:solidFill>
                <a:latin typeface="Arial"/>
                <a:ea typeface="Arial"/>
                <a:cs typeface="Arial"/>
                <a:sym typeface="Arial"/>
              </a:defRPr>
            </a:lvl6pPr>
            <a:lvl7pPr indent="0" lvl="6" marL="0" marR="0" rtl="0" algn="r">
              <a:spcBef>
                <a:spcPts val="0"/>
              </a:spcBef>
              <a:spcAft>
                <a:spcPts val="0"/>
              </a:spcAft>
              <a:buNone/>
              <a:defRPr b="1" i="0" sz="1400" u="none" cap="none" strike="noStrike">
                <a:solidFill>
                  <a:srgbClr val="990033"/>
                </a:solidFill>
                <a:latin typeface="Arial"/>
                <a:ea typeface="Arial"/>
                <a:cs typeface="Arial"/>
                <a:sym typeface="Arial"/>
              </a:defRPr>
            </a:lvl7pPr>
            <a:lvl8pPr indent="0" lvl="7" marL="0" marR="0" rtl="0" algn="r">
              <a:spcBef>
                <a:spcPts val="0"/>
              </a:spcBef>
              <a:spcAft>
                <a:spcPts val="0"/>
              </a:spcAft>
              <a:buNone/>
              <a:defRPr b="1" i="0" sz="1400" u="none" cap="none" strike="noStrike">
                <a:solidFill>
                  <a:srgbClr val="990033"/>
                </a:solidFill>
                <a:latin typeface="Arial"/>
                <a:ea typeface="Arial"/>
                <a:cs typeface="Arial"/>
                <a:sym typeface="Arial"/>
              </a:defRPr>
            </a:lvl8pPr>
            <a:lvl9pPr indent="0" lvl="8" marL="0" marR="0" rtl="0" algn="r">
              <a:spcBef>
                <a:spcPts val="0"/>
              </a:spcBef>
              <a:spcAft>
                <a:spcPts val="0"/>
              </a:spcAft>
              <a:buNone/>
              <a:defRPr b="1" i="0" sz="1400" u="none" cap="none" strike="noStrik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16- </a:t>
            </a:r>
            <a:fld id="{00000000-1234-1234-1234-123412341234}" type="slidenum">
              <a:rPr lang="en-US"/>
              <a:t>‹#›</a:t>
            </a:fld>
            <a:endParaRPr/>
          </a:p>
        </p:txBody>
      </p:sp>
      <p:sp>
        <p:nvSpPr>
          <p:cNvPr id="18" name="Google Shape;18;p14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lvl1pPr indent="-335280" lvl="0" marL="457200" marR="0" rtl="0" algn="l">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 name="Google Shape;19;p140"/>
          <p:cNvSpPr/>
          <p:nvPr/>
        </p:nvSpPr>
        <p:spPr>
          <a:xfrm>
            <a:off x="1117600" y="6397625"/>
            <a:ext cx="59944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Copyright © 2007 Ramez Elmasri and Shamkant B. Navathe</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2"/>
            </a:gs>
            <a:gs pos="50000">
              <a:schemeClr val="lt1"/>
            </a:gs>
            <a:gs pos="100000">
              <a:schemeClr val="lt2"/>
            </a:gs>
          </a:gsLst>
          <a:lin ang="2700000" scaled="0"/>
        </a:gradFill>
      </p:bgPr>
    </p:bg>
    <p:spTree>
      <p:nvGrpSpPr>
        <p:cNvPr id="72" name="Shape 72"/>
        <p:cNvGrpSpPr/>
        <p:nvPr/>
      </p:nvGrpSpPr>
      <p:grpSpPr>
        <a:xfrm>
          <a:off x="0" y="0"/>
          <a:ext cx="0" cy="0"/>
          <a:chOff x="0" y="0"/>
          <a:chExt cx="0" cy="0"/>
        </a:xfrm>
      </p:grpSpPr>
      <p:sp>
        <p:nvSpPr>
          <p:cNvPr id="73" name="Google Shape;73;p145"/>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6pPr>
            <a:lvl7pPr lvl="6"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7pPr>
            <a:lvl8pPr lvl="7"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8pPr>
            <a:lvl9pPr lvl="8" marR="0" rtl="0" algn="l">
              <a:spcBef>
                <a:spcPts val="0"/>
              </a:spcBef>
              <a:spcAft>
                <a:spcPts val="0"/>
              </a:spcAft>
              <a:buSzPts val="1400"/>
              <a:buNone/>
              <a:defRPr b="1" i="1" sz="2800" u="sng" cap="none" strike="noStrike">
                <a:solidFill>
                  <a:schemeClr val="dk2"/>
                </a:solidFill>
                <a:latin typeface="Times New Roman"/>
                <a:ea typeface="Times New Roman"/>
                <a:cs typeface="Times New Roman"/>
                <a:sym typeface="Times New Roman"/>
              </a:defRPr>
            </a:lvl9pPr>
          </a:lstStyle>
          <a:p/>
        </p:txBody>
      </p:sp>
      <p:sp>
        <p:nvSpPr>
          <p:cNvPr id="74" name="Google Shape;74;p145"/>
          <p:cNvSpPr txBox="1"/>
          <p:nvPr>
            <p:ph idx="1" type="body"/>
          </p:nvPr>
        </p:nvSpPr>
        <p:spPr>
          <a:xfrm>
            <a:off x="711200" y="1371600"/>
            <a:ext cx="10668000" cy="4876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1pPr>
            <a:lvl2pPr indent="-342900" lvl="1" marL="914400" marR="0" rtl="0" algn="l">
              <a:spcBef>
                <a:spcPts val="480"/>
              </a:spcBef>
              <a:spcAft>
                <a:spcPts val="0"/>
              </a:spcAft>
              <a:buClr>
                <a:schemeClr val="dk1"/>
              </a:buClr>
              <a:buSzPts val="1800"/>
              <a:buFont typeface="Tahoma"/>
              <a:buChar char="•"/>
              <a:defRPr b="0" i="0" sz="2400" u="none" cap="none" strike="noStrike">
                <a:solidFill>
                  <a:schemeClr val="dk1"/>
                </a:solidFill>
                <a:latin typeface="Tahoma"/>
                <a:ea typeface="Tahoma"/>
                <a:cs typeface="Tahoma"/>
                <a:sym typeface="Tahoma"/>
              </a:defRPr>
            </a:lvl2pPr>
            <a:lvl3pPr indent="-355600" lvl="2" marL="1371600" marR="0" rtl="0" algn="l">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3pPr>
            <a:lvl4pPr indent="-342900" lvl="3" marL="1828800" marR="0" rtl="0" algn="l">
              <a:spcBef>
                <a:spcPts val="360"/>
              </a:spcBef>
              <a:spcAft>
                <a:spcPts val="0"/>
              </a:spcAft>
              <a:buClr>
                <a:schemeClr val="dk1"/>
              </a:buClr>
              <a:buSzPts val="1800"/>
              <a:buFont typeface="Tahoma"/>
              <a:buChar char="–"/>
              <a:defRPr b="0" i="0" sz="1800" u="none" cap="none" strike="noStrike">
                <a:solidFill>
                  <a:schemeClr val="dk1"/>
                </a:solidFill>
                <a:latin typeface="Tahoma"/>
                <a:ea typeface="Tahoma"/>
                <a:cs typeface="Tahoma"/>
                <a:sym typeface="Tahoma"/>
              </a:defRPr>
            </a:lvl4pPr>
            <a:lvl5pPr indent="-330200" lvl="4" marL="2286000" marR="0" rtl="0" algn="l">
              <a:spcBef>
                <a:spcPts val="320"/>
              </a:spcBef>
              <a:spcAft>
                <a:spcPts val="0"/>
              </a:spcAft>
              <a:buClr>
                <a:schemeClr val="dk2"/>
              </a:buClr>
              <a:buSzPts val="1600"/>
              <a:buFont typeface="Tahoma"/>
              <a:buChar char="–"/>
              <a:defRPr b="0" i="0" sz="16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75" name="Google Shape;75;p145"/>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76" name="Google Shape;76;p145"/>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77" name="Google Shape;77;p145"/>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sz="1400">
                <a:solidFill>
                  <a:srgbClr val="000000"/>
                </a:solidFill>
                <a:latin typeface="Times New Roman"/>
                <a:ea typeface="Times New Roman"/>
                <a:cs typeface="Times New Roman"/>
                <a:sym typeface="Times New Roman"/>
              </a:defRPr>
            </a:lvl1pPr>
            <a:lvl2pPr indent="0" lvl="1" marL="0" marR="0" rtl="0" algn="r">
              <a:spcBef>
                <a:spcPts val="0"/>
              </a:spcBef>
              <a:spcAft>
                <a:spcPts val="0"/>
              </a:spcAft>
              <a:buNone/>
              <a:defRPr sz="1400">
                <a:solidFill>
                  <a:srgbClr val="000000"/>
                </a:solidFill>
                <a:latin typeface="Times New Roman"/>
                <a:ea typeface="Times New Roman"/>
                <a:cs typeface="Times New Roman"/>
                <a:sym typeface="Times New Roman"/>
              </a:defRPr>
            </a:lvl2pPr>
            <a:lvl3pPr indent="0" lvl="2" marL="0" marR="0" rtl="0" algn="r">
              <a:spcBef>
                <a:spcPts val="0"/>
              </a:spcBef>
              <a:spcAft>
                <a:spcPts val="0"/>
              </a:spcAft>
              <a:buNone/>
              <a:defRPr sz="1400">
                <a:solidFill>
                  <a:srgbClr val="000000"/>
                </a:solidFill>
                <a:latin typeface="Times New Roman"/>
                <a:ea typeface="Times New Roman"/>
                <a:cs typeface="Times New Roman"/>
                <a:sym typeface="Times New Roman"/>
              </a:defRPr>
            </a:lvl3pPr>
            <a:lvl4pPr indent="0" lvl="3" marL="0" marR="0" rtl="0" algn="r">
              <a:spcBef>
                <a:spcPts val="0"/>
              </a:spcBef>
              <a:spcAft>
                <a:spcPts val="0"/>
              </a:spcAft>
              <a:buNone/>
              <a:defRPr sz="1400">
                <a:solidFill>
                  <a:srgbClr val="000000"/>
                </a:solidFill>
                <a:latin typeface="Times New Roman"/>
                <a:ea typeface="Times New Roman"/>
                <a:cs typeface="Times New Roman"/>
                <a:sym typeface="Times New Roman"/>
              </a:defRPr>
            </a:lvl4pPr>
            <a:lvl5pPr indent="0" lvl="4" marL="0" marR="0" rtl="0" algn="r">
              <a:spcBef>
                <a:spcPts val="0"/>
              </a:spcBef>
              <a:spcAft>
                <a:spcPts val="0"/>
              </a:spcAft>
              <a:buNone/>
              <a:defRPr sz="1400">
                <a:solidFill>
                  <a:srgbClr val="000000"/>
                </a:solidFill>
                <a:latin typeface="Times New Roman"/>
                <a:ea typeface="Times New Roman"/>
                <a:cs typeface="Times New Roman"/>
                <a:sym typeface="Times New Roman"/>
              </a:defRPr>
            </a:lvl5pPr>
            <a:lvl6pPr indent="0" lvl="5" marL="0" marR="0" rtl="0" algn="r">
              <a:spcBef>
                <a:spcPts val="0"/>
              </a:spcBef>
              <a:spcAft>
                <a:spcPts val="0"/>
              </a:spcAft>
              <a:buNone/>
              <a:defRPr sz="1400">
                <a:solidFill>
                  <a:srgbClr val="000000"/>
                </a:solidFill>
                <a:latin typeface="Times New Roman"/>
                <a:ea typeface="Times New Roman"/>
                <a:cs typeface="Times New Roman"/>
                <a:sym typeface="Times New Roman"/>
              </a:defRPr>
            </a:lvl6pPr>
            <a:lvl7pPr indent="0" lvl="6" marL="0" marR="0" rtl="0" algn="r">
              <a:spcBef>
                <a:spcPts val="0"/>
              </a:spcBef>
              <a:spcAft>
                <a:spcPts val="0"/>
              </a:spcAft>
              <a:buNone/>
              <a:defRPr sz="1400">
                <a:solidFill>
                  <a:srgbClr val="000000"/>
                </a:solidFill>
                <a:latin typeface="Times New Roman"/>
                <a:ea typeface="Times New Roman"/>
                <a:cs typeface="Times New Roman"/>
                <a:sym typeface="Times New Roman"/>
              </a:defRPr>
            </a:lvl7pPr>
            <a:lvl8pPr indent="0" lvl="7" marL="0" marR="0" rtl="0" algn="r">
              <a:spcBef>
                <a:spcPts val="0"/>
              </a:spcBef>
              <a:spcAft>
                <a:spcPts val="0"/>
              </a:spcAft>
              <a:buNone/>
              <a:defRPr sz="1400">
                <a:solidFill>
                  <a:srgbClr val="000000"/>
                </a:solidFill>
                <a:latin typeface="Times New Roman"/>
                <a:ea typeface="Times New Roman"/>
                <a:cs typeface="Times New Roman"/>
                <a:sym typeface="Times New Roman"/>
              </a:defRPr>
            </a:lvl8pPr>
            <a:lvl9pPr indent="0" lvl="8" marL="0" marR="0" rtl="0" algn="r">
              <a:spcBef>
                <a:spcPts val="0"/>
              </a:spcBef>
              <a:spcAft>
                <a:spcPts val="0"/>
              </a:spcAft>
              <a:buNone/>
              <a:defRPr sz="1400">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grpSp>
        <p:nvGrpSpPr>
          <p:cNvPr id="78" name="Google Shape;78;p145"/>
          <p:cNvGrpSpPr/>
          <p:nvPr/>
        </p:nvGrpSpPr>
        <p:grpSpPr>
          <a:xfrm>
            <a:off x="406400" y="0"/>
            <a:ext cx="11260667" cy="762000"/>
            <a:chOff x="192" y="96"/>
            <a:chExt cx="5320" cy="480"/>
          </a:xfrm>
        </p:grpSpPr>
        <p:grpSp>
          <p:nvGrpSpPr>
            <p:cNvPr id="79" name="Google Shape;79;p145"/>
            <p:cNvGrpSpPr/>
            <p:nvPr/>
          </p:nvGrpSpPr>
          <p:grpSpPr>
            <a:xfrm>
              <a:off x="664" y="104"/>
              <a:ext cx="4848" cy="432"/>
              <a:chOff x="664" y="104"/>
              <a:chExt cx="4848" cy="432"/>
            </a:xfrm>
          </p:grpSpPr>
          <p:sp>
            <p:nvSpPr>
              <p:cNvPr id="80" name="Google Shape;80;p145"/>
              <p:cNvSpPr/>
              <p:nvPr/>
            </p:nvSpPr>
            <p:spPr>
              <a:xfrm>
                <a:off x="664" y="104"/>
                <a:ext cx="4848" cy="432"/>
              </a:xfrm>
              <a:custGeom>
                <a:rect b="b" l="l" r="r" t="t"/>
                <a:pathLst>
                  <a:path extrusionOk="0" h="432" w="4848">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grpSp>
            <p:nvGrpSpPr>
              <p:cNvPr id="81" name="Google Shape;81;p145"/>
              <p:cNvGrpSpPr/>
              <p:nvPr/>
            </p:nvGrpSpPr>
            <p:grpSpPr>
              <a:xfrm>
                <a:off x="1195" y="104"/>
                <a:ext cx="3827" cy="429"/>
                <a:chOff x="1021" y="240"/>
                <a:chExt cx="3827" cy="429"/>
              </a:xfrm>
            </p:grpSpPr>
            <p:grpSp>
              <p:nvGrpSpPr>
                <p:cNvPr id="82" name="Google Shape;82;p145"/>
                <p:cNvGrpSpPr/>
                <p:nvPr/>
              </p:nvGrpSpPr>
              <p:grpSpPr>
                <a:xfrm>
                  <a:off x="1021" y="241"/>
                  <a:ext cx="2208" cy="427"/>
                  <a:chOff x="1021" y="241"/>
                  <a:chExt cx="2208" cy="427"/>
                </a:xfrm>
              </p:grpSpPr>
              <p:sp>
                <p:nvSpPr>
                  <p:cNvPr id="83" name="Google Shape;83;p145"/>
                  <p:cNvSpPr/>
                  <p:nvPr/>
                </p:nvSpPr>
                <p:spPr>
                  <a:xfrm>
                    <a:off x="2257" y="633"/>
                    <a:ext cx="7" cy="8"/>
                  </a:xfrm>
                  <a:custGeom>
                    <a:rect b="b" l="l" r="r" t="t"/>
                    <a:pathLst>
                      <a:path extrusionOk="0" h="23" w="15">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84" name="Google Shape;84;p145"/>
                  <p:cNvSpPr/>
                  <p:nvPr/>
                </p:nvSpPr>
                <p:spPr>
                  <a:xfrm>
                    <a:off x="2332" y="660"/>
                    <a:ext cx="9" cy="8"/>
                  </a:xfrm>
                  <a:custGeom>
                    <a:rect b="b" l="l" r="r" t="t"/>
                    <a:pathLst>
                      <a:path extrusionOk="0" h="23" w="20">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85" name="Google Shape;85;p145"/>
                  <p:cNvSpPr/>
                  <p:nvPr/>
                </p:nvSpPr>
                <p:spPr>
                  <a:xfrm>
                    <a:off x="2120" y="616"/>
                    <a:ext cx="13" cy="14"/>
                  </a:xfrm>
                  <a:custGeom>
                    <a:rect b="b" l="l" r="r" t="t"/>
                    <a:pathLst>
                      <a:path extrusionOk="0" h="42" w="30">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86" name="Google Shape;86;p145"/>
                  <p:cNvSpPr/>
                  <p:nvPr/>
                </p:nvSpPr>
                <p:spPr>
                  <a:xfrm>
                    <a:off x="1967" y="629"/>
                    <a:ext cx="11" cy="5"/>
                  </a:xfrm>
                  <a:custGeom>
                    <a:rect b="b" l="l" r="r" t="t"/>
                    <a:pathLst>
                      <a:path extrusionOk="0" h="16" w="25">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87" name="Google Shape;87;p145"/>
                  <p:cNvSpPr/>
                  <p:nvPr/>
                </p:nvSpPr>
                <p:spPr>
                  <a:xfrm>
                    <a:off x="1921" y="635"/>
                    <a:ext cx="28" cy="16"/>
                  </a:xfrm>
                  <a:custGeom>
                    <a:rect b="b" l="l" r="r" t="t"/>
                    <a:pathLst>
                      <a:path extrusionOk="0" h="46" w="65">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88" name="Google Shape;88;p145"/>
                  <p:cNvSpPr/>
                  <p:nvPr/>
                </p:nvSpPr>
                <p:spPr>
                  <a:xfrm>
                    <a:off x="1892" y="634"/>
                    <a:ext cx="29" cy="16"/>
                  </a:xfrm>
                  <a:custGeom>
                    <a:rect b="b" l="l" r="r" t="t"/>
                    <a:pathLst>
                      <a:path extrusionOk="0" h="47" w="69">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89" name="Google Shape;89;p145"/>
                  <p:cNvSpPr/>
                  <p:nvPr/>
                </p:nvSpPr>
                <p:spPr>
                  <a:xfrm>
                    <a:off x="1735" y="547"/>
                    <a:ext cx="151" cy="93"/>
                  </a:xfrm>
                  <a:custGeom>
                    <a:rect b="b" l="l" r="r" t="t"/>
                    <a:pathLst>
                      <a:path extrusionOk="0" h="277" w="355">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0" name="Google Shape;90;p145"/>
                  <p:cNvSpPr/>
                  <p:nvPr/>
                </p:nvSpPr>
                <p:spPr>
                  <a:xfrm>
                    <a:off x="1827" y="541"/>
                    <a:ext cx="67" cy="68"/>
                  </a:xfrm>
                  <a:custGeom>
                    <a:rect b="b" l="l" r="r" t="t"/>
                    <a:pathLst>
                      <a:path extrusionOk="0" h="206" w="15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1" name="Google Shape;91;p145"/>
                  <p:cNvSpPr/>
                  <p:nvPr/>
                </p:nvSpPr>
                <p:spPr>
                  <a:xfrm>
                    <a:off x="1892" y="572"/>
                    <a:ext cx="47" cy="13"/>
                  </a:xfrm>
                  <a:custGeom>
                    <a:rect b="b" l="l" r="r" t="t"/>
                    <a:pathLst>
                      <a:path extrusionOk="0" h="38" w="109">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2" name="Google Shape;92;p145"/>
                  <p:cNvSpPr/>
                  <p:nvPr/>
                </p:nvSpPr>
                <p:spPr>
                  <a:xfrm>
                    <a:off x="1890" y="588"/>
                    <a:ext cx="32" cy="34"/>
                  </a:xfrm>
                  <a:custGeom>
                    <a:rect b="b" l="l" r="r" t="t"/>
                    <a:pathLst>
                      <a:path extrusionOk="0" h="104" w="76">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3" name="Google Shape;93;p145"/>
                  <p:cNvSpPr/>
                  <p:nvPr/>
                </p:nvSpPr>
                <p:spPr>
                  <a:xfrm>
                    <a:off x="1944" y="569"/>
                    <a:ext cx="16" cy="20"/>
                  </a:xfrm>
                  <a:custGeom>
                    <a:rect b="b" l="l" r="r" t="t"/>
                    <a:pathLst>
                      <a:path extrusionOk="0" h="61" w="37">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4" name="Google Shape;94;p145"/>
                  <p:cNvSpPr/>
                  <p:nvPr/>
                </p:nvSpPr>
                <p:spPr>
                  <a:xfrm>
                    <a:off x="1948" y="600"/>
                    <a:ext cx="20" cy="10"/>
                  </a:xfrm>
                  <a:custGeom>
                    <a:rect b="b" l="l" r="r" t="t"/>
                    <a:pathLst>
                      <a:path extrusionOk="0" h="29" w="4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5" name="Google Shape;95;p145"/>
                  <p:cNvSpPr/>
                  <p:nvPr/>
                </p:nvSpPr>
                <p:spPr>
                  <a:xfrm>
                    <a:off x="1969" y="585"/>
                    <a:ext cx="26" cy="17"/>
                  </a:xfrm>
                  <a:custGeom>
                    <a:rect b="b" l="l" r="r" t="t"/>
                    <a:pathLst>
                      <a:path extrusionOk="0" h="48" w="61">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6" name="Google Shape;96;p145"/>
                  <p:cNvSpPr/>
                  <p:nvPr/>
                </p:nvSpPr>
                <p:spPr>
                  <a:xfrm>
                    <a:off x="1976" y="593"/>
                    <a:ext cx="122" cy="61"/>
                  </a:xfrm>
                  <a:custGeom>
                    <a:rect b="b" l="l" r="r" t="t"/>
                    <a:pathLst>
                      <a:path extrusionOk="0" h="182" w="286">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7" name="Google Shape;97;p145"/>
                  <p:cNvSpPr/>
                  <p:nvPr/>
                </p:nvSpPr>
                <p:spPr>
                  <a:xfrm>
                    <a:off x="2082" y="599"/>
                    <a:ext cx="33" cy="26"/>
                  </a:xfrm>
                  <a:custGeom>
                    <a:rect b="b" l="l" r="r" t="t"/>
                    <a:pathLst>
                      <a:path extrusionOk="0" h="78" w="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8" name="Google Shape;98;p145"/>
                  <p:cNvSpPr/>
                  <p:nvPr/>
                </p:nvSpPr>
                <p:spPr>
                  <a:xfrm>
                    <a:off x="2152" y="544"/>
                    <a:ext cx="8" cy="6"/>
                  </a:xfrm>
                  <a:custGeom>
                    <a:rect b="b" l="l" r="r" t="t"/>
                    <a:pathLst>
                      <a:path extrusionOk="0" h="18" w="17">
                        <a:moveTo>
                          <a:pt x="3" y="4"/>
                        </a:moveTo>
                        <a:cubicBezTo>
                          <a:pt x="17" y="7"/>
                          <a:pt x="16" y="18"/>
                          <a:pt x="3" y="14"/>
                        </a:cubicBezTo>
                        <a:cubicBezTo>
                          <a:pt x="0" y="6"/>
                          <a:pt x="7" y="0"/>
                          <a:pt x="3" y="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99" name="Google Shape;99;p145"/>
                  <p:cNvSpPr/>
                  <p:nvPr/>
                </p:nvSpPr>
                <p:spPr>
                  <a:xfrm>
                    <a:off x="2194" y="584"/>
                    <a:ext cx="11" cy="8"/>
                  </a:xfrm>
                  <a:custGeom>
                    <a:rect b="b" l="l" r="r" t="t"/>
                    <a:pathLst>
                      <a:path extrusionOk="0" h="22" w="26">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0" name="Google Shape;100;p145"/>
                  <p:cNvSpPr/>
                  <p:nvPr/>
                </p:nvSpPr>
                <p:spPr>
                  <a:xfrm>
                    <a:off x="2059" y="494"/>
                    <a:ext cx="8" cy="5"/>
                  </a:xfrm>
                  <a:custGeom>
                    <a:rect b="b" l="l" r="r" t="t"/>
                    <a:pathLst>
                      <a:path extrusionOk="0" h="15" w="20">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1" name="Google Shape;101;p145"/>
                  <p:cNvSpPr/>
                  <p:nvPr/>
                </p:nvSpPr>
                <p:spPr>
                  <a:xfrm>
                    <a:off x="1988" y="536"/>
                    <a:ext cx="8" cy="5"/>
                  </a:xfrm>
                  <a:custGeom>
                    <a:rect b="b" l="l" r="r" t="t"/>
                    <a:pathLst>
                      <a:path extrusionOk="0" h="15" w="20">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2" name="Google Shape;102;p145"/>
                  <p:cNvSpPr/>
                  <p:nvPr/>
                </p:nvSpPr>
                <p:spPr>
                  <a:xfrm>
                    <a:off x="1910" y="523"/>
                    <a:ext cx="34" cy="27"/>
                  </a:xfrm>
                  <a:custGeom>
                    <a:rect b="b" l="l" r="r" t="t"/>
                    <a:pathLst>
                      <a:path extrusionOk="0" h="80" w="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3" name="Google Shape;103;p145"/>
                  <p:cNvSpPr/>
                  <p:nvPr/>
                </p:nvSpPr>
                <p:spPr>
                  <a:xfrm>
                    <a:off x="1899" y="466"/>
                    <a:ext cx="40" cy="58"/>
                  </a:xfrm>
                  <a:custGeom>
                    <a:rect b="b" l="l" r="r" t="t"/>
                    <a:pathLst>
                      <a:path extrusionOk="0" h="174" w="9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4" name="Google Shape;104;p145"/>
                  <p:cNvSpPr/>
                  <p:nvPr/>
                </p:nvSpPr>
                <p:spPr>
                  <a:xfrm>
                    <a:off x="1909" y="508"/>
                    <a:ext cx="14" cy="17"/>
                  </a:xfrm>
                  <a:custGeom>
                    <a:rect b="b" l="l" r="r" t="t"/>
                    <a:pathLst>
                      <a:path extrusionOk="0" h="50" w="32">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5" name="Google Shape;105;p145"/>
                  <p:cNvSpPr/>
                  <p:nvPr/>
                </p:nvSpPr>
                <p:spPr>
                  <a:xfrm>
                    <a:off x="1881" y="512"/>
                    <a:ext cx="19" cy="17"/>
                  </a:xfrm>
                  <a:custGeom>
                    <a:rect b="b" l="l" r="r" t="t"/>
                    <a:pathLst>
                      <a:path extrusionOk="0" h="50" w="43">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6" name="Google Shape;106;p145"/>
                  <p:cNvSpPr/>
                  <p:nvPr/>
                </p:nvSpPr>
                <p:spPr>
                  <a:xfrm>
                    <a:off x="2930" y="489"/>
                    <a:ext cx="299" cy="179"/>
                  </a:xfrm>
                  <a:custGeom>
                    <a:rect b="b" l="l" r="r" t="t"/>
                    <a:pathLst>
                      <a:path extrusionOk="0" h="281" w="47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7" name="Google Shape;107;p145"/>
                  <p:cNvSpPr/>
                  <p:nvPr/>
                </p:nvSpPr>
                <p:spPr>
                  <a:xfrm>
                    <a:off x="2534" y="242"/>
                    <a:ext cx="420" cy="283"/>
                  </a:xfrm>
                  <a:custGeom>
                    <a:rect b="b" l="l" r="r" t="t"/>
                    <a:pathLst>
                      <a:path extrusionOk="0" h="844" w="98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8" name="Google Shape;108;p145"/>
                  <p:cNvSpPr/>
                  <p:nvPr/>
                </p:nvSpPr>
                <p:spPr>
                  <a:xfrm>
                    <a:off x="2405" y="445"/>
                    <a:ext cx="15" cy="16"/>
                  </a:xfrm>
                  <a:custGeom>
                    <a:rect b="b" l="l" r="r" t="t"/>
                    <a:pathLst>
                      <a:path extrusionOk="0" h="48" w="36">
                        <a:moveTo>
                          <a:pt x="6" y="28"/>
                        </a:moveTo>
                        <a:cubicBezTo>
                          <a:pt x="25" y="0"/>
                          <a:pt x="36" y="31"/>
                          <a:pt x="10" y="48"/>
                        </a:cubicBezTo>
                        <a:cubicBezTo>
                          <a:pt x="0" y="34"/>
                          <a:pt x="0" y="40"/>
                          <a:pt x="6"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09" name="Google Shape;109;p145"/>
                  <p:cNvSpPr/>
                  <p:nvPr/>
                </p:nvSpPr>
                <p:spPr>
                  <a:xfrm>
                    <a:off x="2393" y="439"/>
                    <a:ext cx="16" cy="12"/>
                  </a:xfrm>
                  <a:custGeom>
                    <a:rect b="b" l="l" r="r" t="t"/>
                    <a:pathLst>
                      <a:path extrusionOk="0" h="37" w="36">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0" name="Google Shape;110;p145"/>
                  <p:cNvSpPr/>
                  <p:nvPr/>
                </p:nvSpPr>
                <p:spPr>
                  <a:xfrm>
                    <a:off x="2878" y="406"/>
                    <a:ext cx="73" cy="33"/>
                  </a:xfrm>
                  <a:custGeom>
                    <a:rect b="b" l="l" r="r" t="t"/>
                    <a:pathLst>
                      <a:path extrusionOk="0" h="96" w="170">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1" name="Google Shape;111;p145"/>
                  <p:cNvSpPr/>
                  <p:nvPr/>
                </p:nvSpPr>
                <p:spPr>
                  <a:xfrm>
                    <a:off x="2955" y="433"/>
                    <a:ext cx="59" cy="15"/>
                  </a:xfrm>
                  <a:custGeom>
                    <a:rect b="b" l="l" r="r" t="t"/>
                    <a:pathLst>
                      <a:path extrusionOk="0" h="44" w="138">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2" name="Google Shape;112;p145"/>
                  <p:cNvSpPr/>
                  <p:nvPr/>
                </p:nvSpPr>
                <p:spPr>
                  <a:xfrm>
                    <a:off x="2924" y="441"/>
                    <a:ext cx="24" cy="14"/>
                  </a:xfrm>
                  <a:custGeom>
                    <a:rect b="b" l="l" r="r" t="t"/>
                    <a:pathLst>
                      <a:path extrusionOk="0" h="42" w="57">
                        <a:moveTo>
                          <a:pt x="17" y="25"/>
                        </a:moveTo>
                        <a:cubicBezTo>
                          <a:pt x="0" y="0"/>
                          <a:pt x="21" y="9"/>
                          <a:pt x="37" y="13"/>
                        </a:cubicBezTo>
                        <a:cubicBezTo>
                          <a:pt x="57" y="42"/>
                          <a:pt x="30" y="25"/>
                          <a:pt x="17"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3" name="Google Shape;113;p145"/>
                  <p:cNvSpPr/>
                  <p:nvPr/>
                </p:nvSpPr>
                <p:spPr>
                  <a:xfrm>
                    <a:off x="2908" y="398"/>
                    <a:ext cx="16" cy="18"/>
                  </a:xfrm>
                  <a:custGeom>
                    <a:rect b="b" l="l" r="r" t="t"/>
                    <a:pathLst>
                      <a:path extrusionOk="0" h="52" w="39">
                        <a:moveTo>
                          <a:pt x="19" y="32"/>
                        </a:moveTo>
                        <a:cubicBezTo>
                          <a:pt x="13" y="14"/>
                          <a:pt x="0" y="13"/>
                          <a:pt x="19" y="0"/>
                        </a:cubicBezTo>
                        <a:cubicBezTo>
                          <a:pt x="23" y="5"/>
                          <a:pt x="39" y="52"/>
                          <a:pt x="19"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4" name="Google Shape;114;p145"/>
                  <p:cNvSpPr/>
                  <p:nvPr/>
                </p:nvSpPr>
                <p:spPr>
                  <a:xfrm>
                    <a:off x="3035" y="452"/>
                    <a:ext cx="19" cy="27"/>
                  </a:xfrm>
                  <a:custGeom>
                    <a:rect b="b" l="l" r="r" t="t"/>
                    <a:pathLst>
                      <a:path extrusionOk="0" h="80" w="44">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5" name="Google Shape;115;p145"/>
                  <p:cNvSpPr/>
                  <p:nvPr/>
                </p:nvSpPr>
                <p:spPr>
                  <a:xfrm>
                    <a:off x="2696" y="247"/>
                    <a:ext cx="205" cy="41"/>
                  </a:xfrm>
                  <a:custGeom>
                    <a:rect b="b" l="l" r="r" t="t"/>
                    <a:pathLst>
                      <a:path extrusionOk="0" h="64" w="323">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6" name="Google Shape;116;p145"/>
                  <p:cNvSpPr/>
                  <p:nvPr/>
                </p:nvSpPr>
                <p:spPr>
                  <a:xfrm>
                    <a:off x="2515" y="246"/>
                    <a:ext cx="190" cy="20"/>
                  </a:xfrm>
                  <a:custGeom>
                    <a:rect b="b" l="l" r="r" t="t"/>
                    <a:pathLst>
                      <a:path extrusionOk="0" h="31" w="300">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7" name="Google Shape;117;p145"/>
                  <p:cNvSpPr/>
                  <p:nvPr/>
                </p:nvSpPr>
                <p:spPr>
                  <a:xfrm>
                    <a:off x="2096" y="275"/>
                    <a:ext cx="18" cy="10"/>
                  </a:xfrm>
                  <a:custGeom>
                    <a:rect b="b" l="l" r="r" t="t"/>
                    <a:pathLst>
                      <a:path extrusionOk="0" h="29" w="41">
                        <a:moveTo>
                          <a:pt x="0" y="25"/>
                        </a:moveTo>
                        <a:cubicBezTo>
                          <a:pt x="10" y="11"/>
                          <a:pt x="41" y="0"/>
                          <a:pt x="12" y="29"/>
                        </a:cubicBezTo>
                        <a:cubicBezTo>
                          <a:pt x="8" y="28"/>
                          <a:pt x="0" y="25"/>
                          <a:pt x="0"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8" name="Google Shape;118;p145"/>
                  <p:cNvSpPr/>
                  <p:nvPr/>
                </p:nvSpPr>
                <p:spPr>
                  <a:xfrm>
                    <a:off x="1606" y="246"/>
                    <a:ext cx="436" cy="152"/>
                  </a:xfrm>
                  <a:custGeom>
                    <a:rect b="b" l="l" r="r" t="t"/>
                    <a:pathLst>
                      <a:path extrusionOk="0" h="152" w="436">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19" name="Google Shape;119;p145"/>
                  <p:cNvSpPr/>
                  <p:nvPr/>
                </p:nvSpPr>
                <p:spPr>
                  <a:xfrm>
                    <a:off x="2043" y="241"/>
                    <a:ext cx="20" cy="55"/>
                  </a:xfrm>
                  <a:custGeom>
                    <a:rect b="b" l="l" r="r" t="t"/>
                    <a:pathLst>
                      <a:path extrusionOk="0" h="165" w="47">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0" name="Google Shape;120;p145"/>
                  <p:cNvSpPr/>
                  <p:nvPr/>
                </p:nvSpPr>
                <p:spPr>
                  <a:xfrm>
                    <a:off x="2031" y="287"/>
                    <a:ext cx="59" cy="34"/>
                  </a:xfrm>
                  <a:custGeom>
                    <a:rect b="b" l="l" r="r" t="t"/>
                    <a:pathLst>
                      <a:path extrusionOk="0" h="103" w="138">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1" name="Google Shape;121;p145"/>
                  <p:cNvSpPr/>
                  <p:nvPr/>
                </p:nvSpPr>
                <p:spPr>
                  <a:xfrm>
                    <a:off x="1968" y="319"/>
                    <a:ext cx="80" cy="72"/>
                  </a:xfrm>
                  <a:custGeom>
                    <a:rect b="b" l="l" r="r" t="t"/>
                    <a:pathLst>
                      <a:path extrusionOk="0" h="214" w="188">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2" name="Google Shape;122;p145"/>
                  <p:cNvSpPr/>
                  <p:nvPr/>
                </p:nvSpPr>
                <p:spPr>
                  <a:xfrm>
                    <a:off x="2021" y="340"/>
                    <a:ext cx="6" cy="4"/>
                  </a:xfrm>
                  <a:custGeom>
                    <a:rect b="b" l="l" r="r" t="t"/>
                    <a:pathLst>
                      <a:path extrusionOk="0" h="13" w="13">
                        <a:moveTo>
                          <a:pt x="0" y="9"/>
                        </a:moveTo>
                        <a:cubicBezTo>
                          <a:pt x="6" y="0"/>
                          <a:pt x="13" y="7"/>
                          <a:pt x="4" y="13"/>
                        </a:cubicBezTo>
                        <a:cubicBezTo>
                          <a:pt x="0" y="6"/>
                          <a:pt x="0" y="5"/>
                          <a:pt x="0" y="9"/>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3" name="Google Shape;123;p145"/>
                  <p:cNvSpPr/>
                  <p:nvPr/>
                </p:nvSpPr>
                <p:spPr>
                  <a:xfrm>
                    <a:off x="1573" y="389"/>
                    <a:ext cx="347" cy="189"/>
                  </a:xfrm>
                  <a:custGeom>
                    <a:rect b="b" l="l" r="r" t="t"/>
                    <a:pathLst>
                      <a:path extrusionOk="0" h="564" w="812">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4" name="Google Shape;124;p145"/>
                  <p:cNvSpPr/>
                  <p:nvPr/>
                </p:nvSpPr>
                <p:spPr>
                  <a:xfrm>
                    <a:off x="1634" y="519"/>
                    <a:ext cx="19" cy="29"/>
                  </a:xfrm>
                  <a:custGeom>
                    <a:rect b="b" l="l" r="r" t="t"/>
                    <a:pathLst>
                      <a:path extrusionOk="0" h="85" w="43">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5" name="Google Shape;125;p145"/>
                  <p:cNvSpPr/>
                  <p:nvPr/>
                </p:nvSpPr>
                <p:spPr>
                  <a:xfrm>
                    <a:off x="1900" y="421"/>
                    <a:ext cx="18" cy="24"/>
                  </a:xfrm>
                  <a:custGeom>
                    <a:rect b="b" l="l" r="r" t="t"/>
                    <a:pathLst>
                      <a:path extrusionOk="0" h="74" w="4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6" name="Google Shape;126;p145"/>
                  <p:cNvSpPr/>
                  <p:nvPr/>
                </p:nvSpPr>
                <p:spPr>
                  <a:xfrm>
                    <a:off x="1951" y="409"/>
                    <a:ext cx="9" cy="10"/>
                  </a:xfrm>
                  <a:custGeom>
                    <a:rect b="b" l="l" r="r" t="t"/>
                    <a:pathLst>
                      <a:path extrusionOk="0" h="30" w="20">
                        <a:moveTo>
                          <a:pt x="7" y="16"/>
                        </a:moveTo>
                        <a:cubicBezTo>
                          <a:pt x="18" y="0"/>
                          <a:pt x="20" y="20"/>
                          <a:pt x="5" y="30"/>
                        </a:cubicBezTo>
                        <a:cubicBezTo>
                          <a:pt x="0" y="23"/>
                          <a:pt x="1" y="22"/>
                          <a:pt x="7" y="1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7" name="Google Shape;127;p145"/>
                  <p:cNvSpPr/>
                  <p:nvPr/>
                </p:nvSpPr>
                <p:spPr>
                  <a:xfrm>
                    <a:off x="1021" y="314"/>
                    <a:ext cx="433" cy="354"/>
                  </a:xfrm>
                  <a:custGeom>
                    <a:rect b="b" l="l" r="r" t="t"/>
                    <a:pathLst>
                      <a:path extrusionOk="0" h="557" w="682">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8" name="Google Shape;128;p145"/>
                  <p:cNvSpPr/>
                  <p:nvPr/>
                </p:nvSpPr>
                <p:spPr>
                  <a:xfrm>
                    <a:off x="1189" y="447"/>
                    <a:ext cx="163" cy="221"/>
                  </a:xfrm>
                  <a:custGeom>
                    <a:rect b="b" l="l" r="r" t="t"/>
                    <a:pathLst>
                      <a:path extrusionOk="0" h="347" w="25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29" name="Google Shape;129;p145"/>
                  <p:cNvSpPr/>
                  <p:nvPr/>
                </p:nvSpPr>
                <p:spPr>
                  <a:xfrm>
                    <a:off x="1476" y="611"/>
                    <a:ext cx="7" cy="12"/>
                  </a:xfrm>
                  <a:custGeom>
                    <a:rect b="b" l="l" r="r" t="t"/>
                    <a:pathLst>
                      <a:path extrusionOk="0" h="37" w="19">
                        <a:moveTo>
                          <a:pt x="7" y="25"/>
                        </a:moveTo>
                        <a:cubicBezTo>
                          <a:pt x="0" y="4"/>
                          <a:pt x="12" y="0"/>
                          <a:pt x="19" y="21"/>
                        </a:cubicBezTo>
                        <a:cubicBezTo>
                          <a:pt x="14" y="37"/>
                          <a:pt x="18" y="36"/>
                          <a:pt x="7"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0" name="Google Shape;130;p145"/>
                  <p:cNvSpPr/>
                  <p:nvPr/>
                </p:nvSpPr>
                <p:spPr>
                  <a:xfrm>
                    <a:off x="1467" y="497"/>
                    <a:ext cx="9" cy="7"/>
                  </a:xfrm>
                  <a:custGeom>
                    <a:rect b="b" l="l" r="r" t="t"/>
                    <a:pathLst>
                      <a:path extrusionOk="0" h="20" w="22">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1" name="Google Shape;131;p145"/>
                  <p:cNvSpPr/>
                  <p:nvPr/>
                </p:nvSpPr>
                <p:spPr>
                  <a:xfrm>
                    <a:off x="1072" y="357"/>
                    <a:ext cx="25" cy="10"/>
                  </a:xfrm>
                  <a:custGeom>
                    <a:rect b="b" l="l" r="r" t="t"/>
                    <a:pathLst>
                      <a:path extrusionOk="0" h="30" w="57">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2" name="Google Shape;132;p145"/>
                  <p:cNvSpPr/>
                  <p:nvPr/>
                </p:nvSpPr>
                <p:spPr>
                  <a:xfrm>
                    <a:off x="1374" y="265"/>
                    <a:ext cx="295" cy="233"/>
                  </a:xfrm>
                  <a:custGeom>
                    <a:rect b="b" l="l" r="r" t="t"/>
                    <a:pathLst>
                      <a:path extrusionOk="0" h="696" w="693">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3" name="Google Shape;133;p145"/>
                  <p:cNvSpPr/>
                  <p:nvPr/>
                </p:nvSpPr>
                <p:spPr>
                  <a:xfrm>
                    <a:off x="1173" y="247"/>
                    <a:ext cx="591" cy="95"/>
                  </a:xfrm>
                  <a:custGeom>
                    <a:rect b="b" l="l" r="r" t="t"/>
                    <a:pathLst>
                      <a:path extrusionOk="0" h="149" w="931">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4" name="Google Shape;134;p145"/>
                  <p:cNvSpPr/>
                  <p:nvPr/>
                </p:nvSpPr>
                <p:spPr>
                  <a:xfrm>
                    <a:off x="1293" y="282"/>
                    <a:ext cx="13" cy="10"/>
                  </a:xfrm>
                  <a:custGeom>
                    <a:rect b="b" l="l" r="r" t="t"/>
                    <a:pathLst>
                      <a:path extrusionOk="0" h="30" w="31">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5" name="Google Shape;135;p145"/>
                  <p:cNvSpPr/>
                  <p:nvPr/>
                </p:nvSpPr>
                <p:spPr>
                  <a:xfrm>
                    <a:off x="1278" y="296"/>
                    <a:ext cx="19" cy="11"/>
                  </a:xfrm>
                  <a:custGeom>
                    <a:rect b="b" l="l" r="r" t="t"/>
                    <a:pathLst>
                      <a:path extrusionOk="0" h="32" w="44">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6" name="Google Shape;136;p145"/>
                  <p:cNvSpPr/>
                  <p:nvPr/>
                </p:nvSpPr>
                <p:spPr>
                  <a:xfrm>
                    <a:off x="1340" y="337"/>
                    <a:ext cx="32" cy="6"/>
                  </a:xfrm>
                  <a:custGeom>
                    <a:rect b="b" l="l" r="r" t="t"/>
                    <a:pathLst>
                      <a:path extrusionOk="0" h="18" w="76">
                        <a:moveTo>
                          <a:pt x="37" y="18"/>
                        </a:moveTo>
                        <a:cubicBezTo>
                          <a:pt x="25" y="14"/>
                          <a:pt x="0" y="10"/>
                          <a:pt x="25" y="2"/>
                        </a:cubicBezTo>
                        <a:cubicBezTo>
                          <a:pt x="76" y="9"/>
                          <a:pt x="46" y="0"/>
                          <a:pt x="37"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7" name="Google Shape;137;p145"/>
                  <p:cNvSpPr/>
                  <p:nvPr/>
                </p:nvSpPr>
                <p:spPr>
                  <a:xfrm>
                    <a:off x="1395" y="336"/>
                    <a:ext cx="18" cy="15"/>
                  </a:xfrm>
                  <a:custGeom>
                    <a:rect b="b" l="l" r="r" t="t"/>
                    <a:pathLst>
                      <a:path extrusionOk="0" h="44" w="42">
                        <a:moveTo>
                          <a:pt x="0" y="21"/>
                        </a:moveTo>
                        <a:cubicBezTo>
                          <a:pt x="4" y="17"/>
                          <a:pt x="7" y="11"/>
                          <a:pt x="12" y="9"/>
                        </a:cubicBezTo>
                        <a:cubicBezTo>
                          <a:pt x="42" y="0"/>
                          <a:pt x="23" y="44"/>
                          <a:pt x="0" y="2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38" name="Google Shape;138;p145"/>
                  <p:cNvSpPr/>
                  <p:nvPr/>
                </p:nvSpPr>
                <p:spPr>
                  <a:xfrm>
                    <a:off x="1248" y="295"/>
                    <a:ext cx="14" cy="10"/>
                  </a:xfrm>
                  <a:custGeom>
                    <a:rect b="b" l="l" r="r" t="t"/>
                    <a:pathLst>
                      <a:path extrusionOk="0" h="30" w="31">
                        <a:moveTo>
                          <a:pt x="7" y="22"/>
                        </a:moveTo>
                        <a:cubicBezTo>
                          <a:pt x="0" y="0"/>
                          <a:pt x="15" y="6"/>
                          <a:pt x="31" y="10"/>
                        </a:cubicBezTo>
                        <a:cubicBezTo>
                          <a:pt x="14" y="16"/>
                          <a:pt x="15" y="30"/>
                          <a:pt x="7" y="2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grpSp>
            <p:grpSp>
              <p:nvGrpSpPr>
                <p:cNvPr id="139" name="Google Shape;139;p145"/>
                <p:cNvGrpSpPr/>
                <p:nvPr/>
              </p:nvGrpSpPr>
              <p:grpSpPr>
                <a:xfrm>
                  <a:off x="3709" y="240"/>
                  <a:ext cx="1139" cy="429"/>
                  <a:chOff x="3709" y="240"/>
                  <a:chExt cx="1139" cy="429"/>
                </a:xfrm>
              </p:grpSpPr>
              <p:sp>
                <p:nvSpPr>
                  <p:cNvPr id="140" name="Google Shape;140;p145"/>
                  <p:cNvSpPr/>
                  <p:nvPr/>
                </p:nvSpPr>
                <p:spPr>
                  <a:xfrm>
                    <a:off x="4808" y="616"/>
                    <a:ext cx="13" cy="14"/>
                  </a:xfrm>
                  <a:custGeom>
                    <a:rect b="b" l="l" r="r" t="t"/>
                    <a:pathLst>
                      <a:path extrusionOk="0" h="42" w="30">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1" name="Google Shape;141;p145"/>
                  <p:cNvSpPr/>
                  <p:nvPr/>
                </p:nvSpPr>
                <p:spPr>
                  <a:xfrm>
                    <a:off x="4655" y="629"/>
                    <a:ext cx="11" cy="5"/>
                  </a:xfrm>
                  <a:custGeom>
                    <a:rect b="b" l="l" r="r" t="t"/>
                    <a:pathLst>
                      <a:path extrusionOk="0" h="16" w="25">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2" name="Google Shape;142;p145"/>
                  <p:cNvSpPr/>
                  <p:nvPr/>
                </p:nvSpPr>
                <p:spPr>
                  <a:xfrm>
                    <a:off x="4609" y="635"/>
                    <a:ext cx="28" cy="16"/>
                  </a:xfrm>
                  <a:custGeom>
                    <a:rect b="b" l="l" r="r" t="t"/>
                    <a:pathLst>
                      <a:path extrusionOk="0" h="46" w="65">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3" name="Google Shape;143;p145"/>
                  <p:cNvSpPr/>
                  <p:nvPr/>
                </p:nvSpPr>
                <p:spPr>
                  <a:xfrm>
                    <a:off x="4580" y="634"/>
                    <a:ext cx="29" cy="16"/>
                  </a:xfrm>
                  <a:custGeom>
                    <a:rect b="b" l="l" r="r" t="t"/>
                    <a:pathLst>
                      <a:path extrusionOk="0" h="47" w="69">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4" name="Google Shape;144;p145"/>
                  <p:cNvSpPr/>
                  <p:nvPr/>
                </p:nvSpPr>
                <p:spPr>
                  <a:xfrm>
                    <a:off x="4423" y="547"/>
                    <a:ext cx="151" cy="93"/>
                  </a:xfrm>
                  <a:custGeom>
                    <a:rect b="b" l="l" r="r" t="t"/>
                    <a:pathLst>
                      <a:path extrusionOk="0" h="277" w="355">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5" name="Google Shape;145;p145"/>
                  <p:cNvSpPr/>
                  <p:nvPr/>
                </p:nvSpPr>
                <p:spPr>
                  <a:xfrm>
                    <a:off x="4515" y="541"/>
                    <a:ext cx="67" cy="68"/>
                  </a:xfrm>
                  <a:custGeom>
                    <a:rect b="b" l="l" r="r" t="t"/>
                    <a:pathLst>
                      <a:path extrusionOk="0" h="206" w="15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6" name="Google Shape;146;p145"/>
                  <p:cNvSpPr/>
                  <p:nvPr/>
                </p:nvSpPr>
                <p:spPr>
                  <a:xfrm>
                    <a:off x="4580" y="572"/>
                    <a:ext cx="47" cy="13"/>
                  </a:xfrm>
                  <a:custGeom>
                    <a:rect b="b" l="l" r="r" t="t"/>
                    <a:pathLst>
                      <a:path extrusionOk="0" h="38" w="109">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7" name="Google Shape;147;p145"/>
                  <p:cNvSpPr/>
                  <p:nvPr/>
                </p:nvSpPr>
                <p:spPr>
                  <a:xfrm>
                    <a:off x="4578" y="588"/>
                    <a:ext cx="32" cy="34"/>
                  </a:xfrm>
                  <a:custGeom>
                    <a:rect b="b" l="l" r="r" t="t"/>
                    <a:pathLst>
                      <a:path extrusionOk="0" h="104" w="76">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8" name="Google Shape;148;p145"/>
                  <p:cNvSpPr/>
                  <p:nvPr/>
                </p:nvSpPr>
                <p:spPr>
                  <a:xfrm>
                    <a:off x="4632" y="569"/>
                    <a:ext cx="16" cy="20"/>
                  </a:xfrm>
                  <a:custGeom>
                    <a:rect b="b" l="l" r="r" t="t"/>
                    <a:pathLst>
                      <a:path extrusionOk="0" h="61" w="37">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49" name="Google Shape;149;p145"/>
                  <p:cNvSpPr/>
                  <p:nvPr/>
                </p:nvSpPr>
                <p:spPr>
                  <a:xfrm>
                    <a:off x="4636" y="600"/>
                    <a:ext cx="20" cy="10"/>
                  </a:xfrm>
                  <a:custGeom>
                    <a:rect b="b" l="l" r="r" t="t"/>
                    <a:pathLst>
                      <a:path extrusionOk="0" h="29" w="4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0" name="Google Shape;150;p145"/>
                  <p:cNvSpPr/>
                  <p:nvPr/>
                </p:nvSpPr>
                <p:spPr>
                  <a:xfrm>
                    <a:off x="4657" y="585"/>
                    <a:ext cx="26" cy="17"/>
                  </a:xfrm>
                  <a:custGeom>
                    <a:rect b="b" l="l" r="r" t="t"/>
                    <a:pathLst>
                      <a:path extrusionOk="0" h="48" w="61">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1" name="Google Shape;151;p145"/>
                  <p:cNvSpPr/>
                  <p:nvPr/>
                </p:nvSpPr>
                <p:spPr>
                  <a:xfrm>
                    <a:off x="4664" y="593"/>
                    <a:ext cx="122" cy="61"/>
                  </a:xfrm>
                  <a:custGeom>
                    <a:rect b="b" l="l" r="r" t="t"/>
                    <a:pathLst>
                      <a:path extrusionOk="0" h="182" w="286">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2" name="Google Shape;152;p145"/>
                  <p:cNvSpPr/>
                  <p:nvPr/>
                </p:nvSpPr>
                <p:spPr>
                  <a:xfrm>
                    <a:off x="4770" y="599"/>
                    <a:ext cx="33" cy="26"/>
                  </a:xfrm>
                  <a:custGeom>
                    <a:rect b="b" l="l" r="r" t="t"/>
                    <a:pathLst>
                      <a:path extrusionOk="0" h="78" w="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3" name="Google Shape;153;p145"/>
                  <p:cNvSpPr/>
                  <p:nvPr/>
                </p:nvSpPr>
                <p:spPr>
                  <a:xfrm>
                    <a:off x="4840" y="544"/>
                    <a:ext cx="8" cy="6"/>
                  </a:xfrm>
                  <a:custGeom>
                    <a:rect b="b" l="l" r="r" t="t"/>
                    <a:pathLst>
                      <a:path extrusionOk="0" h="18" w="17">
                        <a:moveTo>
                          <a:pt x="3" y="4"/>
                        </a:moveTo>
                        <a:cubicBezTo>
                          <a:pt x="17" y="7"/>
                          <a:pt x="16" y="18"/>
                          <a:pt x="3" y="14"/>
                        </a:cubicBezTo>
                        <a:cubicBezTo>
                          <a:pt x="0" y="6"/>
                          <a:pt x="7" y="0"/>
                          <a:pt x="3" y="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4" name="Google Shape;154;p145"/>
                  <p:cNvSpPr/>
                  <p:nvPr/>
                </p:nvSpPr>
                <p:spPr>
                  <a:xfrm>
                    <a:off x="4747" y="494"/>
                    <a:ext cx="8" cy="5"/>
                  </a:xfrm>
                  <a:custGeom>
                    <a:rect b="b" l="l" r="r" t="t"/>
                    <a:pathLst>
                      <a:path extrusionOk="0" h="15" w="20">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5" name="Google Shape;155;p145"/>
                  <p:cNvSpPr/>
                  <p:nvPr/>
                </p:nvSpPr>
                <p:spPr>
                  <a:xfrm>
                    <a:off x="4676" y="536"/>
                    <a:ext cx="8" cy="5"/>
                  </a:xfrm>
                  <a:custGeom>
                    <a:rect b="b" l="l" r="r" t="t"/>
                    <a:pathLst>
                      <a:path extrusionOk="0" h="15" w="20">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6" name="Google Shape;156;p145"/>
                  <p:cNvSpPr/>
                  <p:nvPr/>
                </p:nvSpPr>
                <p:spPr>
                  <a:xfrm>
                    <a:off x="4598" y="523"/>
                    <a:ext cx="34" cy="27"/>
                  </a:xfrm>
                  <a:custGeom>
                    <a:rect b="b" l="l" r="r" t="t"/>
                    <a:pathLst>
                      <a:path extrusionOk="0" h="80" w="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7" name="Google Shape;157;p145"/>
                  <p:cNvSpPr/>
                  <p:nvPr/>
                </p:nvSpPr>
                <p:spPr>
                  <a:xfrm>
                    <a:off x="4587" y="466"/>
                    <a:ext cx="40" cy="58"/>
                  </a:xfrm>
                  <a:custGeom>
                    <a:rect b="b" l="l" r="r" t="t"/>
                    <a:pathLst>
                      <a:path extrusionOk="0" h="174" w="9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8" name="Google Shape;158;p145"/>
                  <p:cNvSpPr/>
                  <p:nvPr/>
                </p:nvSpPr>
                <p:spPr>
                  <a:xfrm>
                    <a:off x="4597" y="508"/>
                    <a:ext cx="14" cy="17"/>
                  </a:xfrm>
                  <a:custGeom>
                    <a:rect b="b" l="l" r="r" t="t"/>
                    <a:pathLst>
                      <a:path extrusionOk="0" h="50" w="32">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59" name="Google Shape;159;p145"/>
                  <p:cNvSpPr/>
                  <p:nvPr/>
                </p:nvSpPr>
                <p:spPr>
                  <a:xfrm>
                    <a:off x="4569" y="512"/>
                    <a:ext cx="19" cy="17"/>
                  </a:xfrm>
                  <a:custGeom>
                    <a:rect b="b" l="l" r="r" t="t"/>
                    <a:pathLst>
                      <a:path extrusionOk="0" h="50" w="43">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0" name="Google Shape;160;p145"/>
                  <p:cNvSpPr/>
                  <p:nvPr/>
                </p:nvSpPr>
                <p:spPr>
                  <a:xfrm>
                    <a:off x="4784" y="275"/>
                    <a:ext cx="18" cy="10"/>
                  </a:xfrm>
                  <a:custGeom>
                    <a:rect b="b" l="l" r="r" t="t"/>
                    <a:pathLst>
                      <a:path extrusionOk="0" h="29" w="41">
                        <a:moveTo>
                          <a:pt x="0" y="25"/>
                        </a:moveTo>
                        <a:cubicBezTo>
                          <a:pt x="10" y="11"/>
                          <a:pt x="41" y="0"/>
                          <a:pt x="12" y="29"/>
                        </a:cubicBezTo>
                        <a:cubicBezTo>
                          <a:pt x="8" y="28"/>
                          <a:pt x="0" y="25"/>
                          <a:pt x="0"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1" name="Google Shape;161;p145"/>
                  <p:cNvSpPr/>
                  <p:nvPr/>
                </p:nvSpPr>
                <p:spPr>
                  <a:xfrm>
                    <a:off x="4293" y="246"/>
                    <a:ext cx="438" cy="152"/>
                  </a:xfrm>
                  <a:custGeom>
                    <a:rect b="b" l="l" r="r" t="t"/>
                    <a:pathLst>
                      <a:path extrusionOk="0" h="152" w="438">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2" name="Google Shape;162;p145"/>
                  <p:cNvSpPr/>
                  <p:nvPr/>
                </p:nvSpPr>
                <p:spPr>
                  <a:xfrm>
                    <a:off x="4731" y="240"/>
                    <a:ext cx="20" cy="55"/>
                  </a:xfrm>
                  <a:custGeom>
                    <a:rect b="b" l="l" r="r" t="t"/>
                    <a:pathLst>
                      <a:path extrusionOk="0" h="165" w="47">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3" name="Google Shape;163;p145"/>
                  <p:cNvSpPr/>
                  <p:nvPr/>
                </p:nvSpPr>
                <p:spPr>
                  <a:xfrm>
                    <a:off x="4719" y="287"/>
                    <a:ext cx="59" cy="34"/>
                  </a:xfrm>
                  <a:custGeom>
                    <a:rect b="b" l="l" r="r" t="t"/>
                    <a:pathLst>
                      <a:path extrusionOk="0" h="103" w="138">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4" name="Google Shape;164;p145"/>
                  <p:cNvSpPr/>
                  <p:nvPr/>
                </p:nvSpPr>
                <p:spPr>
                  <a:xfrm>
                    <a:off x="4656" y="319"/>
                    <a:ext cx="80" cy="72"/>
                  </a:xfrm>
                  <a:custGeom>
                    <a:rect b="b" l="l" r="r" t="t"/>
                    <a:pathLst>
                      <a:path extrusionOk="0" h="214" w="188">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5" name="Google Shape;165;p145"/>
                  <p:cNvSpPr/>
                  <p:nvPr/>
                </p:nvSpPr>
                <p:spPr>
                  <a:xfrm>
                    <a:off x="4709" y="340"/>
                    <a:ext cx="6" cy="4"/>
                  </a:xfrm>
                  <a:custGeom>
                    <a:rect b="b" l="l" r="r" t="t"/>
                    <a:pathLst>
                      <a:path extrusionOk="0" h="13" w="13">
                        <a:moveTo>
                          <a:pt x="0" y="9"/>
                        </a:moveTo>
                        <a:cubicBezTo>
                          <a:pt x="6" y="0"/>
                          <a:pt x="13" y="7"/>
                          <a:pt x="4" y="13"/>
                        </a:cubicBezTo>
                        <a:cubicBezTo>
                          <a:pt x="0" y="6"/>
                          <a:pt x="0" y="5"/>
                          <a:pt x="0" y="9"/>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6" name="Google Shape;166;p145"/>
                  <p:cNvSpPr/>
                  <p:nvPr/>
                </p:nvSpPr>
                <p:spPr>
                  <a:xfrm>
                    <a:off x="4261" y="389"/>
                    <a:ext cx="347" cy="189"/>
                  </a:xfrm>
                  <a:custGeom>
                    <a:rect b="b" l="l" r="r" t="t"/>
                    <a:pathLst>
                      <a:path extrusionOk="0" h="564" w="812">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7" name="Google Shape;167;p145"/>
                  <p:cNvSpPr/>
                  <p:nvPr/>
                </p:nvSpPr>
                <p:spPr>
                  <a:xfrm>
                    <a:off x="4322" y="519"/>
                    <a:ext cx="19" cy="29"/>
                  </a:xfrm>
                  <a:custGeom>
                    <a:rect b="b" l="l" r="r" t="t"/>
                    <a:pathLst>
                      <a:path extrusionOk="0" h="85" w="43">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8" name="Google Shape;168;p145"/>
                  <p:cNvSpPr/>
                  <p:nvPr/>
                </p:nvSpPr>
                <p:spPr>
                  <a:xfrm>
                    <a:off x="4588" y="421"/>
                    <a:ext cx="18" cy="24"/>
                  </a:xfrm>
                  <a:custGeom>
                    <a:rect b="b" l="l" r="r" t="t"/>
                    <a:pathLst>
                      <a:path extrusionOk="0" h="74" w="4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69" name="Google Shape;169;p145"/>
                  <p:cNvSpPr/>
                  <p:nvPr/>
                </p:nvSpPr>
                <p:spPr>
                  <a:xfrm>
                    <a:off x="4639" y="409"/>
                    <a:ext cx="9" cy="10"/>
                  </a:xfrm>
                  <a:custGeom>
                    <a:rect b="b" l="l" r="r" t="t"/>
                    <a:pathLst>
                      <a:path extrusionOk="0" h="30" w="20">
                        <a:moveTo>
                          <a:pt x="7" y="16"/>
                        </a:moveTo>
                        <a:cubicBezTo>
                          <a:pt x="18" y="0"/>
                          <a:pt x="20" y="20"/>
                          <a:pt x="5" y="30"/>
                        </a:cubicBezTo>
                        <a:cubicBezTo>
                          <a:pt x="0" y="23"/>
                          <a:pt x="1" y="22"/>
                          <a:pt x="7" y="16"/>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0" name="Google Shape;170;p145"/>
                  <p:cNvSpPr/>
                  <p:nvPr/>
                </p:nvSpPr>
                <p:spPr>
                  <a:xfrm>
                    <a:off x="3709" y="315"/>
                    <a:ext cx="433" cy="354"/>
                  </a:xfrm>
                  <a:custGeom>
                    <a:rect b="b" l="l" r="r" t="t"/>
                    <a:pathLst>
                      <a:path extrusionOk="0" h="557" w="682">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1" name="Google Shape;171;p145"/>
                  <p:cNvSpPr/>
                  <p:nvPr/>
                </p:nvSpPr>
                <p:spPr>
                  <a:xfrm>
                    <a:off x="3877" y="448"/>
                    <a:ext cx="163" cy="221"/>
                  </a:xfrm>
                  <a:custGeom>
                    <a:rect b="b" l="l" r="r" t="t"/>
                    <a:pathLst>
                      <a:path extrusionOk="0" h="347" w="25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2" name="Google Shape;172;p145"/>
                  <p:cNvSpPr/>
                  <p:nvPr/>
                </p:nvSpPr>
                <p:spPr>
                  <a:xfrm>
                    <a:off x="4164" y="611"/>
                    <a:ext cx="7" cy="12"/>
                  </a:xfrm>
                  <a:custGeom>
                    <a:rect b="b" l="l" r="r" t="t"/>
                    <a:pathLst>
                      <a:path extrusionOk="0" h="37" w="19">
                        <a:moveTo>
                          <a:pt x="7" y="25"/>
                        </a:moveTo>
                        <a:cubicBezTo>
                          <a:pt x="0" y="4"/>
                          <a:pt x="12" y="0"/>
                          <a:pt x="19" y="21"/>
                        </a:cubicBezTo>
                        <a:cubicBezTo>
                          <a:pt x="14" y="37"/>
                          <a:pt x="18" y="36"/>
                          <a:pt x="7" y="25"/>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3" name="Google Shape;173;p145"/>
                  <p:cNvSpPr/>
                  <p:nvPr/>
                </p:nvSpPr>
                <p:spPr>
                  <a:xfrm>
                    <a:off x="4155" y="497"/>
                    <a:ext cx="9" cy="7"/>
                  </a:xfrm>
                  <a:custGeom>
                    <a:rect b="b" l="l" r="r" t="t"/>
                    <a:pathLst>
                      <a:path extrusionOk="0" h="20" w="22">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4" name="Google Shape;174;p145"/>
                  <p:cNvSpPr/>
                  <p:nvPr/>
                </p:nvSpPr>
                <p:spPr>
                  <a:xfrm>
                    <a:off x="3760" y="357"/>
                    <a:ext cx="25" cy="10"/>
                  </a:xfrm>
                  <a:custGeom>
                    <a:rect b="b" l="l" r="r" t="t"/>
                    <a:pathLst>
                      <a:path extrusionOk="0" h="30" w="57">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5" name="Google Shape;175;p145"/>
                  <p:cNvSpPr/>
                  <p:nvPr/>
                </p:nvSpPr>
                <p:spPr>
                  <a:xfrm>
                    <a:off x="4062" y="265"/>
                    <a:ext cx="295" cy="233"/>
                  </a:xfrm>
                  <a:custGeom>
                    <a:rect b="b" l="l" r="r" t="t"/>
                    <a:pathLst>
                      <a:path extrusionOk="0" h="696" w="693">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6" name="Google Shape;176;p145"/>
                  <p:cNvSpPr/>
                  <p:nvPr/>
                </p:nvSpPr>
                <p:spPr>
                  <a:xfrm>
                    <a:off x="3861" y="247"/>
                    <a:ext cx="591" cy="95"/>
                  </a:xfrm>
                  <a:custGeom>
                    <a:rect b="b" l="l" r="r" t="t"/>
                    <a:pathLst>
                      <a:path extrusionOk="0" h="149" w="931">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7" name="Google Shape;177;p145"/>
                  <p:cNvSpPr/>
                  <p:nvPr/>
                </p:nvSpPr>
                <p:spPr>
                  <a:xfrm>
                    <a:off x="3981" y="282"/>
                    <a:ext cx="13" cy="10"/>
                  </a:xfrm>
                  <a:custGeom>
                    <a:rect b="b" l="l" r="r" t="t"/>
                    <a:pathLst>
                      <a:path extrusionOk="0" h="30" w="31">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8" name="Google Shape;178;p145"/>
                  <p:cNvSpPr/>
                  <p:nvPr/>
                </p:nvSpPr>
                <p:spPr>
                  <a:xfrm>
                    <a:off x="3966" y="296"/>
                    <a:ext cx="19" cy="11"/>
                  </a:xfrm>
                  <a:custGeom>
                    <a:rect b="b" l="l" r="r" t="t"/>
                    <a:pathLst>
                      <a:path extrusionOk="0" h="32" w="44">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79" name="Google Shape;179;p145"/>
                  <p:cNvSpPr/>
                  <p:nvPr/>
                </p:nvSpPr>
                <p:spPr>
                  <a:xfrm>
                    <a:off x="4028" y="337"/>
                    <a:ext cx="32" cy="6"/>
                  </a:xfrm>
                  <a:custGeom>
                    <a:rect b="b" l="l" r="r" t="t"/>
                    <a:pathLst>
                      <a:path extrusionOk="0" h="18" w="76">
                        <a:moveTo>
                          <a:pt x="37" y="18"/>
                        </a:moveTo>
                        <a:cubicBezTo>
                          <a:pt x="25" y="14"/>
                          <a:pt x="0" y="10"/>
                          <a:pt x="25" y="2"/>
                        </a:cubicBezTo>
                        <a:cubicBezTo>
                          <a:pt x="76" y="9"/>
                          <a:pt x="46" y="0"/>
                          <a:pt x="37" y="18"/>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80" name="Google Shape;180;p145"/>
                  <p:cNvSpPr/>
                  <p:nvPr/>
                </p:nvSpPr>
                <p:spPr>
                  <a:xfrm>
                    <a:off x="4083" y="336"/>
                    <a:ext cx="18" cy="15"/>
                  </a:xfrm>
                  <a:custGeom>
                    <a:rect b="b" l="l" r="r" t="t"/>
                    <a:pathLst>
                      <a:path extrusionOk="0" h="44" w="42">
                        <a:moveTo>
                          <a:pt x="0" y="21"/>
                        </a:moveTo>
                        <a:cubicBezTo>
                          <a:pt x="4" y="17"/>
                          <a:pt x="7" y="11"/>
                          <a:pt x="12" y="9"/>
                        </a:cubicBezTo>
                        <a:cubicBezTo>
                          <a:pt x="42" y="0"/>
                          <a:pt x="23" y="44"/>
                          <a:pt x="0" y="21"/>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181" name="Google Shape;181;p145"/>
                  <p:cNvSpPr/>
                  <p:nvPr/>
                </p:nvSpPr>
                <p:spPr>
                  <a:xfrm>
                    <a:off x="3936" y="295"/>
                    <a:ext cx="14" cy="10"/>
                  </a:xfrm>
                  <a:custGeom>
                    <a:rect b="b" l="l" r="r" t="t"/>
                    <a:pathLst>
                      <a:path extrusionOk="0" h="30" w="31">
                        <a:moveTo>
                          <a:pt x="7" y="22"/>
                        </a:moveTo>
                        <a:cubicBezTo>
                          <a:pt x="0" y="0"/>
                          <a:pt x="15" y="6"/>
                          <a:pt x="31" y="10"/>
                        </a:cubicBezTo>
                        <a:cubicBezTo>
                          <a:pt x="14" y="16"/>
                          <a:pt x="15" y="30"/>
                          <a:pt x="7" y="22"/>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grpSp>
          </p:grpSp>
          <p:grpSp>
            <p:nvGrpSpPr>
              <p:cNvPr id="182" name="Google Shape;182;p145"/>
              <p:cNvGrpSpPr/>
              <p:nvPr/>
            </p:nvGrpSpPr>
            <p:grpSpPr>
              <a:xfrm>
                <a:off x="798" y="111"/>
                <a:ext cx="4702" cy="418"/>
                <a:chOff x="798" y="255"/>
                <a:chExt cx="4702" cy="418"/>
              </a:xfrm>
            </p:grpSpPr>
            <p:cxnSp>
              <p:nvCxnSpPr>
                <p:cNvPr id="183" name="Google Shape;183;p145"/>
                <p:cNvCxnSpPr/>
                <p:nvPr/>
              </p:nvCxnSpPr>
              <p:spPr>
                <a:xfrm>
                  <a:off x="798" y="476"/>
                  <a:ext cx="4702" cy="0"/>
                </a:xfrm>
                <a:prstGeom prst="straightConnector1">
                  <a:avLst/>
                </a:prstGeom>
                <a:noFill/>
                <a:ln cap="flat" cmpd="sng" w="9525">
                  <a:solidFill>
                    <a:schemeClr val="folHlink"/>
                  </a:solidFill>
                  <a:prstDash val="solid"/>
                  <a:round/>
                  <a:headEnd len="med" w="med" type="none"/>
                  <a:tailEnd len="med" w="med" type="none"/>
                </a:ln>
              </p:spPr>
            </p:cxnSp>
            <p:cxnSp>
              <p:nvCxnSpPr>
                <p:cNvPr id="184" name="Google Shape;184;p145"/>
                <p:cNvCxnSpPr/>
                <p:nvPr/>
              </p:nvCxnSpPr>
              <p:spPr>
                <a:xfrm>
                  <a:off x="1026"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85" name="Google Shape;185;p145"/>
                <p:cNvCxnSpPr/>
                <p:nvPr/>
              </p:nvCxnSpPr>
              <p:spPr>
                <a:xfrm>
                  <a:off x="1254"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86" name="Google Shape;186;p145"/>
                <p:cNvCxnSpPr/>
                <p:nvPr/>
              </p:nvCxnSpPr>
              <p:spPr>
                <a:xfrm>
                  <a:off x="1482"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87" name="Google Shape;187;p145"/>
                <p:cNvCxnSpPr/>
                <p:nvPr/>
              </p:nvCxnSpPr>
              <p:spPr>
                <a:xfrm>
                  <a:off x="1710"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88" name="Google Shape;188;p145"/>
                <p:cNvCxnSpPr/>
                <p:nvPr/>
              </p:nvCxnSpPr>
              <p:spPr>
                <a:xfrm>
                  <a:off x="1938"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89" name="Google Shape;189;p145"/>
                <p:cNvCxnSpPr/>
                <p:nvPr/>
              </p:nvCxnSpPr>
              <p:spPr>
                <a:xfrm>
                  <a:off x="2166"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0" name="Google Shape;190;p145"/>
                <p:cNvCxnSpPr/>
                <p:nvPr/>
              </p:nvCxnSpPr>
              <p:spPr>
                <a:xfrm>
                  <a:off x="2394"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1" name="Google Shape;191;p145"/>
                <p:cNvCxnSpPr/>
                <p:nvPr/>
              </p:nvCxnSpPr>
              <p:spPr>
                <a:xfrm>
                  <a:off x="2622"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2" name="Google Shape;192;p145"/>
                <p:cNvCxnSpPr/>
                <p:nvPr/>
              </p:nvCxnSpPr>
              <p:spPr>
                <a:xfrm>
                  <a:off x="2850"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3" name="Google Shape;193;p145"/>
                <p:cNvCxnSpPr/>
                <p:nvPr/>
              </p:nvCxnSpPr>
              <p:spPr>
                <a:xfrm>
                  <a:off x="3078"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4" name="Google Shape;194;p145"/>
                <p:cNvCxnSpPr/>
                <p:nvPr/>
              </p:nvCxnSpPr>
              <p:spPr>
                <a:xfrm>
                  <a:off x="3306"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5" name="Google Shape;195;p145"/>
                <p:cNvCxnSpPr/>
                <p:nvPr/>
              </p:nvCxnSpPr>
              <p:spPr>
                <a:xfrm>
                  <a:off x="3534"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6" name="Google Shape;196;p145"/>
                <p:cNvCxnSpPr/>
                <p:nvPr/>
              </p:nvCxnSpPr>
              <p:spPr>
                <a:xfrm>
                  <a:off x="3762"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7" name="Google Shape;197;p145"/>
                <p:cNvCxnSpPr/>
                <p:nvPr/>
              </p:nvCxnSpPr>
              <p:spPr>
                <a:xfrm>
                  <a:off x="3990"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8" name="Google Shape;198;p145"/>
                <p:cNvCxnSpPr/>
                <p:nvPr/>
              </p:nvCxnSpPr>
              <p:spPr>
                <a:xfrm>
                  <a:off x="4218"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199" name="Google Shape;199;p145"/>
                <p:cNvCxnSpPr/>
                <p:nvPr/>
              </p:nvCxnSpPr>
              <p:spPr>
                <a:xfrm>
                  <a:off x="4446"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200" name="Google Shape;200;p145"/>
                <p:cNvCxnSpPr/>
                <p:nvPr/>
              </p:nvCxnSpPr>
              <p:spPr>
                <a:xfrm>
                  <a:off x="4674"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201" name="Google Shape;201;p145"/>
                <p:cNvCxnSpPr/>
                <p:nvPr/>
              </p:nvCxnSpPr>
              <p:spPr>
                <a:xfrm>
                  <a:off x="4902"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202" name="Google Shape;202;p145"/>
                <p:cNvCxnSpPr/>
                <p:nvPr/>
              </p:nvCxnSpPr>
              <p:spPr>
                <a:xfrm>
                  <a:off x="5130" y="255"/>
                  <a:ext cx="0" cy="418"/>
                </a:xfrm>
                <a:prstGeom prst="straightConnector1">
                  <a:avLst/>
                </a:prstGeom>
                <a:noFill/>
                <a:ln cap="flat" cmpd="sng" w="9525">
                  <a:solidFill>
                    <a:schemeClr val="folHlink"/>
                  </a:solidFill>
                  <a:prstDash val="solid"/>
                  <a:round/>
                  <a:headEnd len="med" w="med" type="none"/>
                  <a:tailEnd len="med" w="med" type="none"/>
                </a:ln>
              </p:spPr>
            </p:cxnSp>
            <p:cxnSp>
              <p:nvCxnSpPr>
                <p:cNvPr id="203" name="Google Shape;203;p145"/>
                <p:cNvCxnSpPr/>
                <p:nvPr/>
              </p:nvCxnSpPr>
              <p:spPr>
                <a:xfrm>
                  <a:off x="5358" y="255"/>
                  <a:ext cx="0" cy="418"/>
                </a:xfrm>
                <a:prstGeom prst="straightConnector1">
                  <a:avLst/>
                </a:prstGeom>
                <a:noFill/>
                <a:ln cap="flat" cmpd="sng" w="9525">
                  <a:solidFill>
                    <a:schemeClr val="folHlink"/>
                  </a:solidFill>
                  <a:prstDash val="solid"/>
                  <a:round/>
                  <a:headEnd len="med" w="med" type="none"/>
                  <a:tailEnd len="med" w="med" type="none"/>
                </a:ln>
              </p:spPr>
            </p:cxnSp>
          </p:grpSp>
          <p:grpSp>
            <p:nvGrpSpPr>
              <p:cNvPr id="204" name="Google Shape;204;p145"/>
              <p:cNvGrpSpPr/>
              <p:nvPr/>
            </p:nvGrpSpPr>
            <p:grpSpPr>
              <a:xfrm>
                <a:off x="1208" y="109"/>
                <a:ext cx="3694" cy="423"/>
                <a:chOff x="1034" y="245"/>
                <a:chExt cx="3694" cy="423"/>
              </a:xfrm>
            </p:grpSpPr>
            <p:cxnSp>
              <p:nvCxnSpPr>
                <p:cNvPr id="205" name="Google Shape;205;p145"/>
                <p:cNvCxnSpPr/>
                <p:nvPr/>
              </p:nvCxnSpPr>
              <p:spPr>
                <a:xfrm>
                  <a:off x="2676" y="246"/>
                  <a:ext cx="0" cy="142"/>
                </a:xfrm>
                <a:prstGeom prst="straightConnector1">
                  <a:avLst/>
                </a:prstGeom>
                <a:noFill/>
                <a:ln cap="flat" cmpd="sng" w="9525">
                  <a:solidFill>
                    <a:schemeClr val="hlink"/>
                  </a:solidFill>
                  <a:prstDash val="solid"/>
                  <a:round/>
                  <a:headEnd len="med" w="med" type="none"/>
                  <a:tailEnd len="med" w="med" type="none"/>
                </a:ln>
              </p:spPr>
            </p:cxnSp>
            <p:cxnSp>
              <p:nvCxnSpPr>
                <p:cNvPr id="206" name="Google Shape;206;p145"/>
                <p:cNvCxnSpPr/>
                <p:nvPr/>
              </p:nvCxnSpPr>
              <p:spPr>
                <a:xfrm>
                  <a:off x="2798" y="468"/>
                  <a:ext cx="70" cy="0"/>
                </a:xfrm>
                <a:prstGeom prst="straightConnector1">
                  <a:avLst/>
                </a:prstGeom>
                <a:noFill/>
                <a:ln cap="flat" cmpd="sng" w="9525">
                  <a:solidFill>
                    <a:schemeClr val="hlink"/>
                  </a:solidFill>
                  <a:prstDash val="solid"/>
                  <a:round/>
                  <a:headEnd len="med" w="med" type="none"/>
                  <a:tailEnd len="med" w="med" type="none"/>
                </a:ln>
              </p:spPr>
            </p:cxnSp>
            <p:cxnSp>
              <p:nvCxnSpPr>
                <p:cNvPr id="207" name="Google Shape;207;p145"/>
                <p:cNvCxnSpPr/>
                <p:nvPr/>
              </p:nvCxnSpPr>
              <p:spPr>
                <a:xfrm>
                  <a:off x="2904" y="486"/>
                  <a:ext cx="0" cy="28"/>
                </a:xfrm>
                <a:prstGeom prst="straightConnector1">
                  <a:avLst/>
                </a:prstGeom>
                <a:noFill/>
                <a:ln cap="flat" cmpd="sng" w="9525">
                  <a:solidFill>
                    <a:schemeClr val="hlink"/>
                  </a:solidFill>
                  <a:prstDash val="solid"/>
                  <a:round/>
                  <a:headEnd len="med" w="med" type="none"/>
                  <a:tailEnd len="med" w="med" type="none"/>
                </a:ln>
              </p:spPr>
            </p:cxnSp>
            <p:cxnSp>
              <p:nvCxnSpPr>
                <p:cNvPr id="208" name="Google Shape;208;p145"/>
                <p:cNvCxnSpPr/>
                <p:nvPr/>
              </p:nvCxnSpPr>
              <p:spPr>
                <a:xfrm>
                  <a:off x="3132" y="586"/>
                  <a:ext cx="0" cy="79"/>
                </a:xfrm>
                <a:prstGeom prst="straightConnector1">
                  <a:avLst/>
                </a:prstGeom>
                <a:noFill/>
                <a:ln cap="flat" cmpd="sng" w="9525">
                  <a:solidFill>
                    <a:schemeClr val="hlink"/>
                  </a:solidFill>
                  <a:prstDash val="solid"/>
                  <a:round/>
                  <a:headEnd len="med" w="med" type="none"/>
                  <a:tailEnd len="med" w="med" type="none"/>
                </a:ln>
              </p:spPr>
            </p:cxnSp>
            <p:cxnSp>
              <p:nvCxnSpPr>
                <p:cNvPr id="209" name="Google Shape;209;p145"/>
                <p:cNvCxnSpPr/>
                <p:nvPr/>
              </p:nvCxnSpPr>
              <p:spPr>
                <a:xfrm>
                  <a:off x="3816" y="358"/>
                  <a:ext cx="0" cy="180"/>
                </a:xfrm>
                <a:prstGeom prst="straightConnector1">
                  <a:avLst/>
                </a:prstGeom>
                <a:noFill/>
                <a:ln cap="flat" cmpd="sng" w="9525">
                  <a:solidFill>
                    <a:schemeClr val="hlink"/>
                  </a:solidFill>
                  <a:prstDash val="solid"/>
                  <a:round/>
                  <a:headEnd len="med" w="med" type="none"/>
                  <a:tailEnd len="med" w="med" type="none"/>
                </a:ln>
              </p:spPr>
            </p:cxnSp>
            <p:cxnSp>
              <p:nvCxnSpPr>
                <p:cNvPr id="210" name="Google Shape;210;p145"/>
                <p:cNvCxnSpPr/>
                <p:nvPr/>
              </p:nvCxnSpPr>
              <p:spPr>
                <a:xfrm>
                  <a:off x="3722" y="468"/>
                  <a:ext cx="348" cy="0"/>
                </a:xfrm>
                <a:prstGeom prst="straightConnector1">
                  <a:avLst/>
                </a:prstGeom>
                <a:noFill/>
                <a:ln cap="flat" cmpd="sng" w="9525">
                  <a:solidFill>
                    <a:schemeClr val="hlink"/>
                  </a:solidFill>
                  <a:prstDash val="solid"/>
                  <a:round/>
                  <a:headEnd len="med" w="med" type="none"/>
                  <a:tailEnd len="med" w="med" type="none"/>
                </a:ln>
              </p:spPr>
            </p:cxnSp>
            <p:cxnSp>
              <p:nvCxnSpPr>
                <p:cNvPr id="211" name="Google Shape;211;p145"/>
                <p:cNvCxnSpPr/>
                <p:nvPr/>
              </p:nvCxnSpPr>
              <p:spPr>
                <a:xfrm>
                  <a:off x="4044" y="372"/>
                  <a:ext cx="0" cy="294"/>
                </a:xfrm>
                <a:prstGeom prst="straightConnector1">
                  <a:avLst/>
                </a:prstGeom>
                <a:noFill/>
                <a:ln cap="flat" cmpd="sng" w="9525">
                  <a:solidFill>
                    <a:schemeClr val="hlink"/>
                  </a:solidFill>
                  <a:prstDash val="solid"/>
                  <a:round/>
                  <a:headEnd len="med" w="med" type="none"/>
                  <a:tailEnd len="med" w="med" type="none"/>
                </a:ln>
              </p:spPr>
            </p:cxnSp>
            <p:cxnSp>
              <p:nvCxnSpPr>
                <p:cNvPr id="212" name="Google Shape;212;p145"/>
                <p:cNvCxnSpPr/>
                <p:nvPr/>
              </p:nvCxnSpPr>
              <p:spPr>
                <a:xfrm rot="10800000">
                  <a:off x="4046" y="248"/>
                  <a:ext cx="0" cy="50"/>
                </a:xfrm>
                <a:prstGeom prst="straightConnector1">
                  <a:avLst/>
                </a:prstGeom>
                <a:noFill/>
                <a:ln cap="flat" cmpd="sng" w="9525">
                  <a:solidFill>
                    <a:schemeClr val="hlink"/>
                  </a:solidFill>
                  <a:prstDash val="solid"/>
                  <a:round/>
                  <a:headEnd len="med" w="med" type="none"/>
                  <a:tailEnd len="med" w="med" type="none"/>
                </a:ln>
              </p:spPr>
            </p:cxnSp>
            <p:cxnSp>
              <p:nvCxnSpPr>
                <p:cNvPr id="213" name="Google Shape;213;p145"/>
                <p:cNvCxnSpPr/>
                <p:nvPr/>
              </p:nvCxnSpPr>
              <p:spPr>
                <a:xfrm rot="10800000">
                  <a:off x="4272" y="246"/>
                  <a:ext cx="0" cy="182"/>
                </a:xfrm>
                <a:prstGeom prst="straightConnector1">
                  <a:avLst/>
                </a:prstGeom>
                <a:noFill/>
                <a:ln cap="flat" cmpd="sng" w="9525">
                  <a:solidFill>
                    <a:schemeClr val="hlink"/>
                  </a:solidFill>
                  <a:prstDash val="solid"/>
                  <a:round/>
                  <a:headEnd len="med" w="med" type="none"/>
                  <a:tailEnd len="med" w="med" type="none"/>
                </a:ln>
              </p:spPr>
            </p:cxnSp>
            <p:cxnSp>
              <p:nvCxnSpPr>
                <p:cNvPr id="214" name="Google Shape;214;p145"/>
                <p:cNvCxnSpPr/>
                <p:nvPr/>
              </p:nvCxnSpPr>
              <p:spPr>
                <a:xfrm rot="10800000">
                  <a:off x="4422" y="468"/>
                  <a:ext cx="78" cy="0"/>
                </a:xfrm>
                <a:prstGeom prst="straightConnector1">
                  <a:avLst/>
                </a:prstGeom>
                <a:noFill/>
                <a:ln cap="flat" cmpd="sng" w="9525">
                  <a:solidFill>
                    <a:schemeClr val="hlink"/>
                  </a:solidFill>
                  <a:prstDash val="solid"/>
                  <a:round/>
                  <a:headEnd len="med" w="med" type="none"/>
                  <a:tailEnd len="med" w="med" type="none"/>
                </a:ln>
              </p:spPr>
            </p:cxnSp>
            <p:cxnSp>
              <p:nvCxnSpPr>
                <p:cNvPr id="215" name="Google Shape;215;p145"/>
                <p:cNvCxnSpPr/>
                <p:nvPr/>
              </p:nvCxnSpPr>
              <p:spPr>
                <a:xfrm rot="10800000">
                  <a:off x="4290" y="468"/>
                  <a:ext cx="62" cy="0"/>
                </a:xfrm>
                <a:prstGeom prst="straightConnector1">
                  <a:avLst/>
                </a:prstGeom>
                <a:noFill/>
                <a:ln cap="flat" cmpd="sng" w="9525">
                  <a:solidFill>
                    <a:schemeClr val="hlink"/>
                  </a:solidFill>
                  <a:prstDash val="solid"/>
                  <a:round/>
                  <a:headEnd len="med" w="med" type="none"/>
                  <a:tailEnd len="med" w="med" type="none"/>
                </a:ln>
              </p:spPr>
            </p:cxnSp>
            <p:cxnSp>
              <p:nvCxnSpPr>
                <p:cNvPr id="216" name="Google Shape;216;p145"/>
                <p:cNvCxnSpPr/>
                <p:nvPr/>
              </p:nvCxnSpPr>
              <p:spPr>
                <a:xfrm rot="10800000">
                  <a:off x="4500" y="246"/>
                  <a:ext cx="0" cy="270"/>
                </a:xfrm>
                <a:prstGeom prst="straightConnector1">
                  <a:avLst/>
                </a:prstGeom>
                <a:noFill/>
                <a:ln cap="flat" cmpd="sng" w="9525">
                  <a:solidFill>
                    <a:schemeClr val="hlink"/>
                  </a:solidFill>
                  <a:prstDash val="solid"/>
                  <a:round/>
                  <a:headEnd len="med" w="med" type="none"/>
                  <a:tailEnd len="med" w="med" type="none"/>
                </a:ln>
              </p:spPr>
            </p:cxnSp>
            <p:cxnSp>
              <p:nvCxnSpPr>
                <p:cNvPr id="217" name="Google Shape;217;p145"/>
                <p:cNvCxnSpPr/>
                <p:nvPr/>
              </p:nvCxnSpPr>
              <p:spPr>
                <a:xfrm>
                  <a:off x="4728" y="606"/>
                  <a:ext cx="0" cy="34"/>
                </a:xfrm>
                <a:prstGeom prst="straightConnector1">
                  <a:avLst/>
                </a:prstGeom>
                <a:noFill/>
                <a:ln cap="flat" cmpd="sng" w="9525">
                  <a:solidFill>
                    <a:schemeClr val="hlink"/>
                  </a:solidFill>
                  <a:prstDash val="solid"/>
                  <a:round/>
                  <a:headEnd len="med" w="med" type="none"/>
                  <a:tailEnd len="med" w="med" type="none"/>
                </a:ln>
              </p:spPr>
            </p:cxnSp>
            <p:cxnSp>
              <p:nvCxnSpPr>
                <p:cNvPr id="218" name="Google Shape;218;p145"/>
                <p:cNvCxnSpPr/>
                <p:nvPr/>
              </p:nvCxnSpPr>
              <p:spPr>
                <a:xfrm>
                  <a:off x="1992" y="250"/>
                  <a:ext cx="0" cy="62"/>
                </a:xfrm>
                <a:prstGeom prst="straightConnector1">
                  <a:avLst/>
                </a:prstGeom>
                <a:noFill/>
                <a:ln cap="flat" cmpd="sng" w="9525">
                  <a:solidFill>
                    <a:schemeClr val="hlink"/>
                  </a:solidFill>
                  <a:prstDash val="solid"/>
                  <a:round/>
                  <a:headEnd len="med" w="med" type="none"/>
                  <a:tailEnd len="med" w="med" type="none"/>
                </a:ln>
              </p:spPr>
            </p:cxnSp>
            <p:cxnSp>
              <p:nvCxnSpPr>
                <p:cNvPr id="219" name="Google Shape;219;p145"/>
                <p:cNvCxnSpPr/>
                <p:nvPr/>
              </p:nvCxnSpPr>
              <p:spPr>
                <a:xfrm>
                  <a:off x="1764" y="247"/>
                  <a:ext cx="0" cy="337"/>
                </a:xfrm>
                <a:prstGeom prst="straightConnector1">
                  <a:avLst/>
                </a:prstGeom>
                <a:noFill/>
                <a:ln cap="flat" cmpd="sng" w="9525">
                  <a:solidFill>
                    <a:schemeClr val="hlink"/>
                  </a:solidFill>
                  <a:prstDash val="solid"/>
                  <a:round/>
                  <a:headEnd len="med" w="med" type="none"/>
                  <a:tailEnd len="med" w="med" type="none"/>
                </a:ln>
              </p:spPr>
            </p:cxnSp>
            <p:cxnSp>
              <p:nvCxnSpPr>
                <p:cNvPr id="220" name="Google Shape;220;p145"/>
                <p:cNvCxnSpPr/>
                <p:nvPr/>
              </p:nvCxnSpPr>
              <p:spPr>
                <a:xfrm rot="10800000">
                  <a:off x="1738" y="468"/>
                  <a:ext cx="68" cy="0"/>
                </a:xfrm>
                <a:prstGeom prst="straightConnector1">
                  <a:avLst/>
                </a:prstGeom>
                <a:noFill/>
                <a:ln cap="flat" cmpd="sng" w="9525">
                  <a:solidFill>
                    <a:schemeClr val="hlink"/>
                  </a:solidFill>
                  <a:prstDash val="solid"/>
                  <a:round/>
                  <a:headEnd len="med" w="med" type="none"/>
                  <a:tailEnd len="med" w="med" type="none"/>
                </a:ln>
              </p:spPr>
            </p:cxnSp>
            <p:cxnSp>
              <p:nvCxnSpPr>
                <p:cNvPr id="221" name="Google Shape;221;p145"/>
                <p:cNvCxnSpPr/>
                <p:nvPr/>
              </p:nvCxnSpPr>
              <p:spPr>
                <a:xfrm>
                  <a:off x="1604" y="468"/>
                  <a:ext cx="60" cy="0"/>
                </a:xfrm>
                <a:prstGeom prst="straightConnector1">
                  <a:avLst/>
                </a:prstGeom>
                <a:noFill/>
                <a:ln cap="flat" cmpd="sng" w="9525">
                  <a:solidFill>
                    <a:schemeClr val="hlink"/>
                  </a:solidFill>
                  <a:prstDash val="solid"/>
                  <a:round/>
                  <a:headEnd len="med" w="med" type="none"/>
                  <a:tailEnd len="med" w="med" type="none"/>
                </a:ln>
              </p:spPr>
            </p:cxnSp>
            <p:cxnSp>
              <p:nvCxnSpPr>
                <p:cNvPr id="222" name="Google Shape;222;p145"/>
                <p:cNvCxnSpPr/>
                <p:nvPr/>
              </p:nvCxnSpPr>
              <p:spPr>
                <a:xfrm rot="10800000">
                  <a:off x="1404" y="468"/>
                  <a:ext cx="82" cy="0"/>
                </a:xfrm>
                <a:prstGeom prst="straightConnector1">
                  <a:avLst/>
                </a:prstGeom>
                <a:noFill/>
                <a:ln cap="flat" cmpd="sng" w="9525">
                  <a:solidFill>
                    <a:schemeClr val="hlink"/>
                  </a:solidFill>
                  <a:prstDash val="solid"/>
                  <a:round/>
                  <a:headEnd len="med" w="med" type="none"/>
                  <a:tailEnd len="med" w="med" type="none"/>
                </a:ln>
              </p:spPr>
            </p:cxnSp>
            <p:cxnSp>
              <p:nvCxnSpPr>
                <p:cNvPr id="223" name="Google Shape;223;p145"/>
                <p:cNvCxnSpPr/>
                <p:nvPr/>
              </p:nvCxnSpPr>
              <p:spPr>
                <a:xfrm>
                  <a:off x="1034" y="468"/>
                  <a:ext cx="348" cy="0"/>
                </a:xfrm>
                <a:prstGeom prst="straightConnector1">
                  <a:avLst/>
                </a:prstGeom>
                <a:noFill/>
                <a:ln cap="flat" cmpd="sng" w="9525">
                  <a:solidFill>
                    <a:schemeClr val="hlink"/>
                  </a:solidFill>
                  <a:prstDash val="solid"/>
                  <a:round/>
                  <a:headEnd len="med" w="med" type="none"/>
                  <a:tailEnd len="med" w="med" type="none"/>
                </a:ln>
              </p:spPr>
            </p:cxnSp>
            <p:cxnSp>
              <p:nvCxnSpPr>
                <p:cNvPr id="224" name="Google Shape;224;p145"/>
                <p:cNvCxnSpPr/>
                <p:nvPr/>
              </p:nvCxnSpPr>
              <p:spPr>
                <a:xfrm>
                  <a:off x="1306" y="370"/>
                  <a:ext cx="0" cy="298"/>
                </a:xfrm>
                <a:prstGeom prst="straightConnector1">
                  <a:avLst/>
                </a:prstGeom>
                <a:noFill/>
                <a:ln cap="flat" cmpd="sng" w="9525">
                  <a:solidFill>
                    <a:schemeClr val="hlink"/>
                  </a:solidFill>
                  <a:prstDash val="solid"/>
                  <a:round/>
                  <a:headEnd len="med" w="med" type="none"/>
                  <a:tailEnd len="med" w="med" type="none"/>
                </a:ln>
              </p:spPr>
            </p:cxnSp>
            <p:cxnSp>
              <p:nvCxnSpPr>
                <p:cNvPr id="225" name="Google Shape;225;p145"/>
                <p:cNvCxnSpPr/>
                <p:nvPr/>
              </p:nvCxnSpPr>
              <p:spPr>
                <a:xfrm>
                  <a:off x="1080" y="388"/>
                  <a:ext cx="0" cy="156"/>
                </a:xfrm>
                <a:prstGeom prst="straightConnector1">
                  <a:avLst/>
                </a:prstGeom>
                <a:noFill/>
                <a:ln cap="flat" cmpd="sng" w="9525">
                  <a:solidFill>
                    <a:schemeClr val="hlink"/>
                  </a:solidFill>
                  <a:prstDash val="solid"/>
                  <a:round/>
                  <a:headEnd len="med" w="med" type="none"/>
                  <a:tailEnd len="med" w="med" type="none"/>
                </a:ln>
              </p:spPr>
            </p:cxnSp>
            <p:cxnSp>
              <p:nvCxnSpPr>
                <p:cNvPr id="226" name="Google Shape;226;p145"/>
                <p:cNvCxnSpPr/>
                <p:nvPr/>
              </p:nvCxnSpPr>
              <p:spPr>
                <a:xfrm rot="10800000">
                  <a:off x="1308" y="245"/>
                  <a:ext cx="0" cy="27"/>
                </a:xfrm>
                <a:prstGeom prst="straightConnector1">
                  <a:avLst/>
                </a:prstGeom>
                <a:noFill/>
                <a:ln cap="flat" cmpd="sng" w="9525">
                  <a:solidFill>
                    <a:schemeClr val="hlink"/>
                  </a:solidFill>
                  <a:prstDash val="solid"/>
                  <a:round/>
                  <a:headEnd len="med" w="med" type="none"/>
                  <a:tailEnd len="med" w="med" type="none"/>
                </a:ln>
              </p:spPr>
            </p:cxnSp>
            <p:cxnSp>
              <p:nvCxnSpPr>
                <p:cNvPr id="227" name="Google Shape;227;p145"/>
                <p:cNvCxnSpPr/>
                <p:nvPr/>
              </p:nvCxnSpPr>
              <p:spPr>
                <a:xfrm>
                  <a:off x="1536" y="316"/>
                  <a:ext cx="0" cy="96"/>
                </a:xfrm>
                <a:prstGeom prst="straightConnector1">
                  <a:avLst/>
                </a:prstGeom>
                <a:noFill/>
                <a:ln cap="flat" cmpd="sng" w="9525">
                  <a:solidFill>
                    <a:schemeClr val="hlink"/>
                  </a:solidFill>
                  <a:prstDash val="solid"/>
                  <a:round/>
                  <a:headEnd len="med" w="med" type="none"/>
                  <a:tailEnd len="med" w="med" type="none"/>
                </a:ln>
              </p:spPr>
            </p:cxnSp>
            <p:cxnSp>
              <p:nvCxnSpPr>
                <p:cNvPr id="228" name="Google Shape;228;p145"/>
                <p:cNvCxnSpPr/>
                <p:nvPr/>
              </p:nvCxnSpPr>
              <p:spPr>
                <a:xfrm rot="10800000">
                  <a:off x="1536" y="247"/>
                  <a:ext cx="0" cy="22"/>
                </a:xfrm>
                <a:prstGeom prst="straightConnector1">
                  <a:avLst/>
                </a:prstGeom>
                <a:noFill/>
                <a:ln cap="flat" cmpd="sng" w="9525">
                  <a:solidFill>
                    <a:schemeClr val="hlink"/>
                  </a:solidFill>
                  <a:prstDash val="solid"/>
                  <a:round/>
                  <a:headEnd len="med" w="med" type="none"/>
                  <a:tailEnd len="med" w="med" type="none"/>
                </a:ln>
              </p:spPr>
            </p:cxnSp>
            <p:cxnSp>
              <p:nvCxnSpPr>
                <p:cNvPr id="229" name="Google Shape;229;p145"/>
                <p:cNvCxnSpPr/>
                <p:nvPr/>
              </p:nvCxnSpPr>
              <p:spPr>
                <a:xfrm>
                  <a:off x="4095" y="467"/>
                  <a:ext cx="80" cy="0"/>
                </a:xfrm>
                <a:prstGeom prst="straightConnector1">
                  <a:avLst/>
                </a:prstGeom>
                <a:noFill/>
                <a:ln cap="flat" cmpd="sng" w="9525">
                  <a:solidFill>
                    <a:schemeClr val="hlink"/>
                  </a:solidFill>
                  <a:prstDash val="solid"/>
                  <a:round/>
                  <a:headEnd len="med" w="med" type="none"/>
                  <a:tailEnd len="med" w="med" type="none"/>
                </a:ln>
              </p:spPr>
            </p:cxnSp>
          </p:grpSp>
        </p:grpSp>
        <p:pic>
          <p:nvPicPr>
            <p:cNvPr descr="C:\Documents and Settings\Sanjay\Desktop\largeCover.jpg" id="230" name="Google Shape;230;p145"/>
            <p:cNvPicPr preferRelativeResize="0"/>
            <p:nvPr/>
          </p:nvPicPr>
          <p:blipFill rotWithShape="1">
            <a:blip r:embed="rId1">
              <a:alphaModFix/>
            </a:blip>
            <a:srcRect b="0" l="0" r="0" t="0"/>
            <a:stretch/>
          </p:blipFill>
          <p:spPr>
            <a:xfrm>
              <a:off x="192" y="96"/>
              <a:ext cx="392" cy="480"/>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4" name="Shape 404"/>
        <p:cNvGrpSpPr/>
        <p:nvPr/>
      </p:nvGrpSpPr>
      <p:grpSpPr>
        <a:xfrm>
          <a:off x="0" y="0"/>
          <a:ext cx="0" cy="0"/>
          <a:chOff x="0" y="0"/>
          <a:chExt cx="0" cy="0"/>
        </a:xfrm>
      </p:grpSpPr>
      <p:grpSp>
        <p:nvGrpSpPr>
          <p:cNvPr id="405" name="Google Shape;405;p149"/>
          <p:cNvGrpSpPr/>
          <p:nvPr/>
        </p:nvGrpSpPr>
        <p:grpSpPr>
          <a:xfrm>
            <a:off x="11914717" y="1449388"/>
            <a:ext cx="277283" cy="5408612"/>
            <a:chOff x="5606" y="889"/>
            <a:chExt cx="154" cy="3431"/>
          </a:xfrm>
        </p:grpSpPr>
        <p:sp>
          <p:nvSpPr>
            <p:cNvPr id="406" name="Google Shape;406;p149"/>
            <p:cNvSpPr/>
            <p:nvPr/>
          </p:nvSpPr>
          <p:spPr>
            <a:xfrm flipH="1">
              <a:off x="5685" y="889"/>
              <a:ext cx="75" cy="3431"/>
            </a:xfrm>
            <a:prstGeom prst="rect">
              <a:avLst/>
            </a:prstGeom>
            <a:solidFill>
              <a:srgbClr val="67722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grpSp>
          <p:nvGrpSpPr>
            <p:cNvPr id="407" name="Google Shape;407;p149"/>
            <p:cNvGrpSpPr/>
            <p:nvPr/>
          </p:nvGrpSpPr>
          <p:grpSpPr>
            <a:xfrm>
              <a:off x="5606" y="889"/>
              <a:ext cx="106" cy="3431"/>
              <a:chOff x="5606" y="889"/>
              <a:chExt cx="106" cy="3431"/>
            </a:xfrm>
          </p:grpSpPr>
          <p:sp>
            <p:nvSpPr>
              <p:cNvPr id="408" name="Google Shape;408;p149"/>
              <p:cNvSpPr/>
              <p:nvPr/>
            </p:nvSpPr>
            <p:spPr>
              <a:xfrm flipH="1">
                <a:off x="5606" y="889"/>
                <a:ext cx="58" cy="343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sp>
            <p:nvSpPr>
              <p:cNvPr id="409" name="Google Shape;409;p149"/>
              <p:cNvSpPr/>
              <p:nvPr/>
            </p:nvSpPr>
            <p:spPr>
              <a:xfrm flipH="1">
                <a:off x="5654" y="889"/>
                <a:ext cx="58" cy="3431"/>
              </a:xfrm>
              <a:prstGeom prst="rect">
                <a:avLst/>
              </a:prstGeom>
              <a:solidFill>
                <a:srgbClr val="9900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grpSp>
      </p:grpSp>
      <p:sp>
        <p:nvSpPr>
          <p:cNvPr id="410" name="Google Shape;410;p149"/>
          <p:cNvSpPr/>
          <p:nvPr/>
        </p:nvSpPr>
        <p:spPr>
          <a:xfrm>
            <a:off x="1" y="-1"/>
            <a:ext cx="12187767" cy="1449388"/>
          </a:xfrm>
          <a:prstGeom prst="rect">
            <a:avLst/>
          </a:prstGeom>
          <a:solidFill>
            <a:srgbClr val="677228">
              <a:alpha val="3568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t/>
            </a:r>
            <a:endParaRPr b="0" i="0" sz="3200" u="none" cap="none" strike="noStrike">
              <a:solidFill>
                <a:srgbClr val="000000"/>
              </a:solidFill>
              <a:latin typeface="Tahoma"/>
              <a:ea typeface="Tahoma"/>
              <a:cs typeface="Tahoma"/>
              <a:sym typeface="Tahoma"/>
            </a:endParaRPr>
          </a:p>
        </p:txBody>
      </p:sp>
      <p:sp>
        <p:nvSpPr>
          <p:cNvPr id="411" name="Google Shape;411;p14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9pPr>
          </a:lstStyle>
          <a:p/>
        </p:txBody>
      </p:sp>
      <p:sp>
        <p:nvSpPr>
          <p:cNvPr id="412" name="Google Shape;412;p14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1" sz="1400">
                <a:solidFill>
                  <a:srgbClr val="990033"/>
                </a:solidFill>
                <a:latin typeface="Arial"/>
                <a:ea typeface="Arial"/>
                <a:cs typeface="Arial"/>
                <a:sym typeface="Arial"/>
              </a:defRPr>
            </a:lvl1pPr>
            <a:lvl2pPr indent="0" lvl="1" marL="0" marR="0" rtl="0" algn="r">
              <a:spcBef>
                <a:spcPts val="0"/>
              </a:spcBef>
              <a:spcAft>
                <a:spcPts val="0"/>
              </a:spcAft>
              <a:buNone/>
              <a:defRPr b="1" sz="1400">
                <a:solidFill>
                  <a:srgbClr val="990033"/>
                </a:solidFill>
                <a:latin typeface="Arial"/>
                <a:ea typeface="Arial"/>
                <a:cs typeface="Arial"/>
                <a:sym typeface="Arial"/>
              </a:defRPr>
            </a:lvl2pPr>
            <a:lvl3pPr indent="0" lvl="2" marL="0" marR="0" rtl="0" algn="r">
              <a:spcBef>
                <a:spcPts val="0"/>
              </a:spcBef>
              <a:spcAft>
                <a:spcPts val="0"/>
              </a:spcAft>
              <a:buNone/>
              <a:defRPr b="1" sz="1400">
                <a:solidFill>
                  <a:srgbClr val="990033"/>
                </a:solidFill>
                <a:latin typeface="Arial"/>
                <a:ea typeface="Arial"/>
                <a:cs typeface="Arial"/>
                <a:sym typeface="Arial"/>
              </a:defRPr>
            </a:lvl3pPr>
            <a:lvl4pPr indent="0" lvl="3" marL="0" marR="0" rtl="0" algn="r">
              <a:spcBef>
                <a:spcPts val="0"/>
              </a:spcBef>
              <a:spcAft>
                <a:spcPts val="0"/>
              </a:spcAft>
              <a:buNone/>
              <a:defRPr b="1" sz="1400">
                <a:solidFill>
                  <a:srgbClr val="990033"/>
                </a:solidFill>
                <a:latin typeface="Arial"/>
                <a:ea typeface="Arial"/>
                <a:cs typeface="Arial"/>
                <a:sym typeface="Arial"/>
              </a:defRPr>
            </a:lvl4pPr>
            <a:lvl5pPr indent="0" lvl="4" marL="0" marR="0" rtl="0" algn="r">
              <a:spcBef>
                <a:spcPts val="0"/>
              </a:spcBef>
              <a:spcAft>
                <a:spcPts val="0"/>
              </a:spcAft>
              <a:buNone/>
              <a:defRPr b="1" sz="1400">
                <a:solidFill>
                  <a:srgbClr val="990033"/>
                </a:solidFill>
                <a:latin typeface="Arial"/>
                <a:ea typeface="Arial"/>
                <a:cs typeface="Arial"/>
                <a:sym typeface="Arial"/>
              </a:defRPr>
            </a:lvl5pPr>
            <a:lvl6pPr indent="0" lvl="5" marL="0" marR="0" rtl="0" algn="r">
              <a:spcBef>
                <a:spcPts val="0"/>
              </a:spcBef>
              <a:spcAft>
                <a:spcPts val="0"/>
              </a:spcAft>
              <a:buNone/>
              <a:defRPr b="1" sz="1400">
                <a:solidFill>
                  <a:srgbClr val="990033"/>
                </a:solidFill>
                <a:latin typeface="Arial"/>
                <a:ea typeface="Arial"/>
                <a:cs typeface="Arial"/>
                <a:sym typeface="Arial"/>
              </a:defRPr>
            </a:lvl6pPr>
            <a:lvl7pPr indent="0" lvl="6" marL="0" marR="0" rtl="0" algn="r">
              <a:spcBef>
                <a:spcPts val="0"/>
              </a:spcBef>
              <a:spcAft>
                <a:spcPts val="0"/>
              </a:spcAft>
              <a:buNone/>
              <a:defRPr b="1" sz="1400">
                <a:solidFill>
                  <a:srgbClr val="990033"/>
                </a:solidFill>
                <a:latin typeface="Arial"/>
                <a:ea typeface="Arial"/>
                <a:cs typeface="Arial"/>
                <a:sym typeface="Arial"/>
              </a:defRPr>
            </a:lvl7pPr>
            <a:lvl8pPr indent="0" lvl="7" marL="0" marR="0" rtl="0" algn="r">
              <a:spcBef>
                <a:spcPts val="0"/>
              </a:spcBef>
              <a:spcAft>
                <a:spcPts val="0"/>
              </a:spcAft>
              <a:buNone/>
              <a:defRPr b="1" sz="1400">
                <a:solidFill>
                  <a:srgbClr val="990033"/>
                </a:solidFill>
                <a:latin typeface="Arial"/>
                <a:ea typeface="Arial"/>
                <a:cs typeface="Arial"/>
                <a:sym typeface="Arial"/>
              </a:defRPr>
            </a:lvl8pPr>
            <a:lvl9pPr indent="0" lvl="8" marL="0" marR="0" rtl="0" algn="r">
              <a:spcBef>
                <a:spcPts val="0"/>
              </a:spcBef>
              <a:spcAft>
                <a:spcPts val="0"/>
              </a:spcAft>
              <a:buNone/>
              <a:defRPr b="1" sz="1400">
                <a:solidFill>
                  <a:srgbClr val="990033"/>
                </a:solidFill>
                <a:latin typeface="Arial"/>
                <a:ea typeface="Arial"/>
                <a:cs typeface="Arial"/>
                <a:sym typeface="Arial"/>
              </a:defRPr>
            </a:lvl9pPr>
          </a:lstStyle>
          <a:p>
            <a:pPr indent="0" lvl="0" marL="0" rtl="0" algn="r">
              <a:spcBef>
                <a:spcPts val="0"/>
              </a:spcBef>
              <a:spcAft>
                <a:spcPts val="0"/>
              </a:spcAft>
              <a:buNone/>
            </a:pPr>
            <a:r>
              <a:rPr lang="en-US"/>
              <a:t>Slide 20- </a:t>
            </a:r>
            <a:fld id="{00000000-1234-1234-1234-123412341234}" type="slidenum">
              <a:rPr lang="en-US"/>
              <a:t>‹#›</a:t>
            </a:fld>
            <a:endParaRPr/>
          </a:p>
        </p:txBody>
      </p:sp>
      <p:sp>
        <p:nvSpPr>
          <p:cNvPr id="413" name="Google Shape;413;p14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lvl1pPr indent="-335280" lvl="0" marL="457200" marR="0" rtl="0" algn="l">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14" name="Google Shape;414;p149"/>
          <p:cNvSpPr/>
          <p:nvPr/>
        </p:nvSpPr>
        <p:spPr>
          <a:xfrm>
            <a:off x="1117600" y="6397625"/>
            <a:ext cx="59944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Copyright © 2007 Ramez Elmasri and Shamkant B. Navathe</a:t>
            </a:r>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7.xml"/><Relationship Id="rId3" Type="http://schemas.openxmlformats.org/officeDocument/2006/relationships/image" Target="../media/image10.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8.xml"/><Relationship Id="rId3" Type="http://schemas.openxmlformats.org/officeDocument/2006/relationships/image" Target="../media/image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9.xml"/><Relationship Id="rId3" Type="http://schemas.openxmlformats.org/officeDocument/2006/relationships/image" Target="../media/image15.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5.xml"/><Relationship Id="rId3" Type="http://schemas.openxmlformats.org/officeDocument/2006/relationships/image" Target="../media/image1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6.xml"/><Relationship Id="rId3" Type="http://schemas.openxmlformats.org/officeDocument/2006/relationships/image" Target="../media/image2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0.xml"/><Relationship Id="rId3" Type="http://schemas.openxmlformats.org/officeDocument/2006/relationships/image" Target="../media/image3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3.xml"/><Relationship Id="rId3" Type="http://schemas.openxmlformats.org/officeDocument/2006/relationships/image" Target="../media/image1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0.xml"/><Relationship Id="rId3"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1.xml"/><Relationship Id="rId3" Type="http://schemas.openxmlformats.org/officeDocument/2006/relationships/image" Target="../media/image21.png"/><Relationship Id="rId4" Type="http://schemas.openxmlformats.org/officeDocument/2006/relationships/image" Target="../media/image1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2.xml"/><Relationship Id="rId3" Type="http://schemas.openxmlformats.org/officeDocument/2006/relationships/image" Target="../media/image1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3.xml"/><Relationship Id="rId3" Type="http://schemas.openxmlformats.org/officeDocument/2006/relationships/image" Target="../media/image28.png"/><Relationship Id="rId4" Type="http://schemas.openxmlformats.org/officeDocument/2006/relationships/image" Target="../media/image2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0.xml"/><Relationship Id="rId3" Type="http://schemas.openxmlformats.org/officeDocument/2006/relationships/image" Target="../media/image2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5.xml"/><Relationship Id="rId3" Type="http://schemas.openxmlformats.org/officeDocument/2006/relationships/image" Target="../media/image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2.xml"/><Relationship Id="rId3" Type="http://schemas.openxmlformats.org/officeDocument/2006/relationships/image" Target="../media/image17.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3.xml"/><Relationship Id="rId3" Type="http://schemas.openxmlformats.org/officeDocument/2006/relationships/image" Target="../media/image2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6.xml"/><Relationship Id="rId3" Type="http://schemas.openxmlformats.org/officeDocument/2006/relationships/image" Target="../media/image3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7.xml"/><Relationship Id="rId3" Type="http://schemas.openxmlformats.org/officeDocument/2006/relationships/image" Target="../media/image27.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
          <p:cNvSpPr txBox="1"/>
          <p:nvPr>
            <p:ph idx="11" type="ftr"/>
          </p:nvPr>
        </p:nvSpPr>
        <p:spPr>
          <a:xfrm>
            <a:off x="1117600" y="6397625"/>
            <a:ext cx="59944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solidFill>
                  <a:srgbClr val="000000"/>
                </a:solidFill>
                <a:latin typeface="Arial"/>
                <a:ea typeface="Arial"/>
                <a:cs typeface="Arial"/>
                <a:sym typeface="Arial"/>
              </a:rPr>
              <a:t>Copyright © 2007 Ramez Elmasri and Shamkant B. Navathe</a:t>
            </a:r>
            <a:endParaRPr/>
          </a:p>
        </p:txBody>
      </p:sp>
      <p:sp>
        <p:nvSpPr>
          <p:cNvPr descr="Pink tissue paper" id="473" name="Google Shape;473;p1"/>
          <p:cNvSpPr txBox="1"/>
          <p:nvPr>
            <p:ph type="ctrTitle"/>
          </p:nvPr>
        </p:nvSpPr>
        <p:spPr>
          <a:xfrm>
            <a:off x="304800" y="152400"/>
            <a:ext cx="9448800" cy="2286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Chapter 16</a:t>
            </a:r>
            <a:endParaRPr/>
          </a:p>
        </p:txBody>
      </p:sp>
      <p:sp>
        <p:nvSpPr>
          <p:cNvPr descr="Pink tissue paper" id="474" name="Google Shape;474;p1"/>
          <p:cNvSpPr txBox="1"/>
          <p:nvPr>
            <p:ph idx="1" type="subTitle"/>
          </p:nvPr>
        </p:nvSpPr>
        <p:spPr>
          <a:xfrm>
            <a:off x="406400" y="2590800"/>
            <a:ext cx="8839200" cy="1905000"/>
          </a:xfrm>
          <a:prstGeom prst="rect">
            <a:avLst/>
          </a:prstGeom>
          <a:noFill/>
          <a:ln>
            <a:noFill/>
          </a:ln>
        </p:spPr>
        <p:txBody>
          <a:bodyPr anchorCtr="0" anchor="t" bIns="45700" lIns="91425" spcFirstLastPara="1" rIns="0" wrap="square" tIns="45700">
            <a:noAutofit/>
          </a:bodyPr>
          <a:lstStyle/>
          <a:p>
            <a:pPr indent="0" lvl="0" marL="0" rtl="0" algn="l">
              <a:spcBef>
                <a:spcPts val="0"/>
              </a:spcBef>
              <a:spcAft>
                <a:spcPts val="0"/>
              </a:spcAft>
              <a:buSzPts val="1920"/>
              <a:buFont typeface="Noto Sans Symbols"/>
              <a:buNone/>
            </a:pPr>
            <a:r>
              <a:rPr lang="en-US"/>
              <a:t>Practical Database Design and Tuning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81" name="Google Shape;481;p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Chapter Outline</a:t>
            </a:r>
            <a:endParaRPr/>
          </a:p>
        </p:txBody>
      </p:sp>
      <p:sp>
        <p:nvSpPr>
          <p:cNvPr id="482" name="Google Shape;482;p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Font typeface="Noto Sans Symbols"/>
              <a:buNone/>
            </a:pPr>
            <a:r>
              <a:rPr lang="en-US"/>
              <a:t>1. Physical Database Design in Relational Databases </a:t>
            </a:r>
            <a:endParaRPr/>
          </a:p>
          <a:p>
            <a:pPr indent="-342900" lvl="0" marL="342900" rtl="0" algn="l">
              <a:spcBef>
                <a:spcPts val="560"/>
              </a:spcBef>
              <a:spcAft>
                <a:spcPts val="0"/>
              </a:spcAft>
              <a:buSzPts val="1680"/>
              <a:buFont typeface="Noto Sans Symbols"/>
              <a:buNone/>
            </a:pPr>
            <a:r>
              <a:t/>
            </a:r>
            <a:endParaRPr/>
          </a:p>
          <a:p>
            <a:pPr indent="-342900" lvl="0" marL="342900" rtl="0" algn="l">
              <a:spcBef>
                <a:spcPts val="560"/>
              </a:spcBef>
              <a:spcAft>
                <a:spcPts val="0"/>
              </a:spcAft>
              <a:buSzPts val="1680"/>
              <a:buFont typeface="Noto Sans Symbols"/>
              <a:buNone/>
            </a:pPr>
            <a:r>
              <a:rPr lang="en-US"/>
              <a:t>2. An Overview of Database Tuning in Relational Systems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89" name="Google Shape;489;p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1. Physical Database Design in Relational Databases(1)</a:t>
            </a:r>
            <a:endParaRPr/>
          </a:p>
        </p:txBody>
      </p:sp>
      <p:sp>
        <p:nvSpPr>
          <p:cNvPr id="490" name="Google Shape;490;p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457200" lvl="0" marL="457200" rtl="0" algn="l">
              <a:spcBef>
                <a:spcPts val="0"/>
              </a:spcBef>
              <a:spcAft>
                <a:spcPts val="0"/>
              </a:spcAft>
              <a:buSzPts val="1440"/>
              <a:buChar char="■"/>
            </a:pPr>
            <a:r>
              <a:rPr lang="en-US" sz="2400"/>
              <a:t>Factors that Influence Physical Database Design:</a:t>
            </a:r>
            <a:br>
              <a:rPr lang="en-US" sz="2400"/>
            </a:br>
            <a:r>
              <a:rPr lang="en-US" sz="2400"/>
              <a:t>A. </a:t>
            </a:r>
            <a:r>
              <a:rPr b="1" lang="en-US" sz="2400"/>
              <a:t>Analyzing the database queries and transactions</a:t>
            </a:r>
            <a:endParaRPr/>
          </a:p>
          <a:p>
            <a:pPr indent="-419100" lvl="1" marL="876300" rtl="0" algn="l">
              <a:spcBef>
                <a:spcPts val="440"/>
              </a:spcBef>
              <a:spcAft>
                <a:spcPts val="0"/>
              </a:spcAft>
              <a:buSzPts val="1210"/>
              <a:buChar char="■"/>
            </a:pPr>
            <a:r>
              <a:rPr lang="en-US" sz="2200"/>
              <a:t>For each query, the following information is needed.</a:t>
            </a:r>
            <a:endParaRPr/>
          </a:p>
          <a:p>
            <a:pPr indent="-381000" lvl="2" marL="1295400" rtl="0" algn="l">
              <a:spcBef>
                <a:spcPts val="400"/>
              </a:spcBef>
              <a:spcAft>
                <a:spcPts val="0"/>
              </a:spcAft>
              <a:buSzPts val="2000"/>
              <a:buFont typeface="Noto Sans Symbols"/>
              <a:buAutoNum type="arabicPeriod"/>
            </a:pPr>
            <a:r>
              <a:rPr lang="en-US" sz="2000"/>
              <a:t>The </a:t>
            </a:r>
            <a:r>
              <a:rPr i="1" lang="en-US" sz="2000"/>
              <a:t>files</a:t>
            </a:r>
            <a:r>
              <a:rPr lang="en-US" sz="2000"/>
              <a:t> that will be accessed by the query;</a:t>
            </a:r>
            <a:endParaRPr/>
          </a:p>
          <a:p>
            <a:pPr indent="-381000" lvl="2" marL="1295400" rtl="0" algn="l">
              <a:spcBef>
                <a:spcPts val="400"/>
              </a:spcBef>
              <a:spcAft>
                <a:spcPts val="0"/>
              </a:spcAft>
              <a:buSzPts val="2000"/>
              <a:buFont typeface="Noto Sans Symbols"/>
              <a:buAutoNum type="arabicPeriod"/>
            </a:pPr>
            <a:r>
              <a:rPr lang="en-US" sz="2000"/>
              <a:t>The </a:t>
            </a:r>
            <a:r>
              <a:rPr i="1" lang="en-US" sz="2000"/>
              <a:t>attributes</a:t>
            </a:r>
            <a:r>
              <a:rPr lang="en-US" sz="2000"/>
              <a:t> on which any </a:t>
            </a:r>
            <a:r>
              <a:rPr i="1" lang="en-US" sz="2000"/>
              <a:t>selection</a:t>
            </a:r>
            <a:r>
              <a:rPr lang="en-US" sz="2000"/>
              <a:t> conditions for the query are specified;</a:t>
            </a:r>
            <a:endParaRPr/>
          </a:p>
          <a:p>
            <a:pPr indent="-381000" lvl="2" marL="1295400" rtl="0" algn="l">
              <a:spcBef>
                <a:spcPts val="400"/>
              </a:spcBef>
              <a:spcAft>
                <a:spcPts val="0"/>
              </a:spcAft>
              <a:buSzPts val="2000"/>
              <a:buFont typeface="Noto Sans Symbols"/>
              <a:buAutoNum type="arabicPeriod"/>
            </a:pPr>
            <a:r>
              <a:rPr lang="en-US" sz="2000"/>
              <a:t>The </a:t>
            </a:r>
            <a:r>
              <a:rPr i="1" lang="en-US" sz="2000"/>
              <a:t>attributes</a:t>
            </a:r>
            <a:r>
              <a:rPr lang="en-US" sz="2000"/>
              <a:t> on which any </a:t>
            </a:r>
            <a:r>
              <a:rPr i="1" lang="en-US" sz="2000"/>
              <a:t>join</a:t>
            </a:r>
            <a:r>
              <a:rPr lang="en-US" sz="2000"/>
              <a:t> conditions or conditions to link multiple tables or objects for the query are specified;</a:t>
            </a:r>
            <a:endParaRPr/>
          </a:p>
          <a:p>
            <a:pPr indent="-381000" lvl="2" marL="1295400" rtl="0" algn="l">
              <a:spcBef>
                <a:spcPts val="400"/>
              </a:spcBef>
              <a:spcAft>
                <a:spcPts val="0"/>
              </a:spcAft>
              <a:buSzPts val="2000"/>
              <a:buFont typeface="Noto Sans Symbols"/>
              <a:buAutoNum type="arabicPeriod"/>
            </a:pPr>
            <a:r>
              <a:rPr lang="en-US" sz="2000"/>
              <a:t>The </a:t>
            </a:r>
            <a:r>
              <a:rPr i="1" lang="en-US" sz="2000"/>
              <a:t>attributes</a:t>
            </a:r>
            <a:r>
              <a:rPr lang="en-US" sz="2000"/>
              <a:t> whose values will be </a:t>
            </a:r>
            <a:r>
              <a:rPr i="1" lang="en-US" sz="2000"/>
              <a:t>retrieved</a:t>
            </a:r>
            <a:r>
              <a:rPr lang="en-US" sz="2000"/>
              <a:t> by the query.</a:t>
            </a:r>
            <a:endParaRPr/>
          </a:p>
          <a:p>
            <a:pPr indent="-419100" lvl="1" marL="876300" rtl="0" algn="l">
              <a:spcBef>
                <a:spcPts val="440"/>
              </a:spcBef>
              <a:spcAft>
                <a:spcPts val="0"/>
              </a:spcAft>
              <a:buSzPts val="1210"/>
              <a:buChar char="■"/>
            </a:pPr>
            <a:r>
              <a:rPr lang="en-US" sz="2200"/>
              <a:t>Note: the attributes listed in items 2 and 3 above are candidates for definition of access structures.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97" name="Google Shape;497;p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Physical Database Design in Relational Databases(2)</a:t>
            </a:r>
            <a:endParaRPr/>
          </a:p>
        </p:txBody>
      </p:sp>
      <p:sp>
        <p:nvSpPr>
          <p:cNvPr id="498" name="Google Shape;498;p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457200" lvl="0" marL="457200" rtl="0" algn="l">
              <a:lnSpc>
                <a:spcPct val="90000"/>
              </a:lnSpc>
              <a:spcBef>
                <a:spcPts val="0"/>
              </a:spcBef>
              <a:spcAft>
                <a:spcPts val="0"/>
              </a:spcAft>
              <a:buSzPts val="1200"/>
              <a:buChar char="■"/>
            </a:pPr>
            <a:r>
              <a:rPr lang="en-US" sz="2000"/>
              <a:t>Factors that Influence Physical Database Design (contd.): </a:t>
            </a:r>
            <a:br>
              <a:rPr lang="en-US" sz="2000"/>
            </a:br>
            <a:r>
              <a:rPr lang="en-US" sz="2000"/>
              <a:t>A. </a:t>
            </a:r>
            <a:r>
              <a:rPr b="1" lang="en-US" sz="2000"/>
              <a:t>Analyzing the database queries and transactions</a:t>
            </a:r>
            <a:r>
              <a:rPr lang="en-US" sz="2000"/>
              <a:t> (contd.)</a:t>
            </a:r>
            <a:endParaRPr/>
          </a:p>
          <a:p>
            <a:pPr indent="-419100" lvl="1" marL="876300" rtl="0" algn="l">
              <a:lnSpc>
                <a:spcPct val="90000"/>
              </a:lnSpc>
              <a:spcBef>
                <a:spcPts val="400"/>
              </a:spcBef>
              <a:spcAft>
                <a:spcPts val="0"/>
              </a:spcAft>
              <a:buSzPts val="1100"/>
              <a:buChar char="■"/>
            </a:pPr>
            <a:r>
              <a:rPr lang="en-US" sz="2000"/>
              <a:t>For each </a:t>
            </a:r>
            <a:r>
              <a:rPr b="1" lang="en-US" sz="2000"/>
              <a:t>update</a:t>
            </a:r>
            <a:r>
              <a:rPr lang="en-US" sz="2000"/>
              <a:t> transaction or operation, the following information is needed.</a:t>
            </a:r>
            <a:endParaRPr/>
          </a:p>
          <a:p>
            <a:pPr indent="-381000" lvl="2" marL="1295400" rtl="0" algn="l">
              <a:lnSpc>
                <a:spcPct val="90000"/>
              </a:lnSpc>
              <a:spcBef>
                <a:spcPts val="360"/>
              </a:spcBef>
              <a:spcAft>
                <a:spcPts val="0"/>
              </a:spcAft>
              <a:buSzPts val="1800"/>
              <a:buFont typeface="Noto Sans Symbols"/>
              <a:buAutoNum type="arabicPeriod"/>
            </a:pPr>
            <a:r>
              <a:rPr lang="en-US" sz="1800"/>
              <a:t>The files that will be updated;</a:t>
            </a:r>
            <a:endParaRPr/>
          </a:p>
          <a:p>
            <a:pPr indent="-381000" lvl="2" marL="1295400" rtl="0" algn="l">
              <a:lnSpc>
                <a:spcPct val="90000"/>
              </a:lnSpc>
              <a:spcBef>
                <a:spcPts val="360"/>
              </a:spcBef>
              <a:spcAft>
                <a:spcPts val="0"/>
              </a:spcAft>
              <a:buSzPts val="1800"/>
              <a:buFont typeface="Noto Sans Symbols"/>
              <a:buAutoNum type="arabicPeriod"/>
            </a:pPr>
            <a:r>
              <a:rPr lang="en-US" sz="1800"/>
              <a:t>The type of operation on each file (insert, update or delete);</a:t>
            </a:r>
            <a:endParaRPr/>
          </a:p>
          <a:p>
            <a:pPr indent="-381000" lvl="2" marL="1295400" rtl="0" algn="l">
              <a:lnSpc>
                <a:spcPct val="90000"/>
              </a:lnSpc>
              <a:spcBef>
                <a:spcPts val="360"/>
              </a:spcBef>
              <a:spcAft>
                <a:spcPts val="0"/>
              </a:spcAft>
              <a:buSzPts val="1800"/>
              <a:buFont typeface="Noto Sans Symbols"/>
              <a:buAutoNum type="arabicPeriod"/>
            </a:pPr>
            <a:r>
              <a:rPr lang="en-US" sz="1800"/>
              <a:t>The attributes on which selection conditions for a delete or update operation are specified;</a:t>
            </a:r>
            <a:endParaRPr/>
          </a:p>
          <a:p>
            <a:pPr indent="-381000" lvl="2" marL="1295400" rtl="0" algn="l">
              <a:lnSpc>
                <a:spcPct val="90000"/>
              </a:lnSpc>
              <a:spcBef>
                <a:spcPts val="360"/>
              </a:spcBef>
              <a:spcAft>
                <a:spcPts val="0"/>
              </a:spcAft>
              <a:buSzPts val="1800"/>
              <a:buFont typeface="Noto Sans Symbols"/>
              <a:buAutoNum type="arabicPeriod"/>
            </a:pPr>
            <a:r>
              <a:rPr lang="en-US" sz="1800"/>
              <a:t>The attributes whose values will be changed by an update operation.</a:t>
            </a:r>
            <a:endParaRPr/>
          </a:p>
          <a:p>
            <a:pPr indent="-419100" lvl="1" marL="876300" rtl="0" algn="l">
              <a:lnSpc>
                <a:spcPct val="90000"/>
              </a:lnSpc>
              <a:spcBef>
                <a:spcPts val="400"/>
              </a:spcBef>
              <a:spcAft>
                <a:spcPts val="0"/>
              </a:spcAft>
              <a:buSzPts val="1100"/>
              <a:buChar char="■"/>
            </a:pPr>
            <a:r>
              <a:rPr lang="en-US" sz="2000"/>
              <a:t>Note: the attributes listed in items 3 above are candidates for definition of access structures. However, the attributes listed in item 4 are candidates for avoiding an access structure.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05" name="Google Shape;505;p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Physical Database Design in Relational Databases(3)</a:t>
            </a:r>
            <a:endParaRPr/>
          </a:p>
        </p:txBody>
      </p:sp>
      <p:sp>
        <p:nvSpPr>
          <p:cNvPr id="506" name="Google Shape;506;p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lang="en-US" sz="2400"/>
              <a:t>Factors that Influence Physical Database Design (contd.):</a:t>
            </a:r>
            <a:br>
              <a:rPr lang="en-US" sz="2400"/>
            </a:br>
            <a:r>
              <a:rPr lang="en-US" sz="2400"/>
              <a:t>B. </a:t>
            </a:r>
            <a:r>
              <a:rPr b="1" lang="en-US" sz="2400"/>
              <a:t>Analyzing the expected frequency of invocation of queries and transactions</a:t>
            </a:r>
            <a:endParaRPr/>
          </a:p>
          <a:p>
            <a:pPr indent="-285750" lvl="1" marL="742950" rtl="0" algn="l">
              <a:spcBef>
                <a:spcPts val="440"/>
              </a:spcBef>
              <a:spcAft>
                <a:spcPts val="0"/>
              </a:spcAft>
              <a:buSzPts val="1210"/>
              <a:buChar char="■"/>
            </a:pPr>
            <a:r>
              <a:rPr lang="en-US" sz="2200"/>
              <a:t>The expected frequency information, along with the attribute information collected on each query and transaction, is used to compile a cumulative list of expected  frequency of use for all the queries and transactions.</a:t>
            </a:r>
            <a:endParaRPr/>
          </a:p>
          <a:p>
            <a:pPr indent="-285750" lvl="1" marL="742950" rtl="0" algn="l">
              <a:spcBef>
                <a:spcPts val="440"/>
              </a:spcBef>
              <a:spcAft>
                <a:spcPts val="0"/>
              </a:spcAft>
              <a:buSzPts val="1210"/>
              <a:buChar char="■"/>
            </a:pPr>
            <a:r>
              <a:rPr lang="en-US" sz="2200"/>
              <a:t>It is expressed as the expected frequency of using each attribute in each file as a selection attribute or join attribute, over all the queries and transactions.</a:t>
            </a:r>
            <a:endParaRPr/>
          </a:p>
          <a:p>
            <a:pPr indent="-285750" lvl="1" marL="742950" rtl="0" algn="l">
              <a:spcBef>
                <a:spcPts val="440"/>
              </a:spcBef>
              <a:spcAft>
                <a:spcPts val="0"/>
              </a:spcAft>
              <a:buSzPts val="1210"/>
              <a:buChar char="■"/>
            </a:pPr>
            <a:r>
              <a:rPr b="1" lang="en-US" sz="2200"/>
              <a:t>80-20 rule</a:t>
            </a:r>
            <a:endParaRPr/>
          </a:p>
          <a:p>
            <a:pPr indent="-228600" lvl="2" marL="1143000" rtl="0" algn="l">
              <a:spcBef>
                <a:spcPts val="400"/>
              </a:spcBef>
              <a:spcAft>
                <a:spcPts val="0"/>
              </a:spcAft>
              <a:buSzPts val="1000"/>
              <a:buChar char="■"/>
            </a:pPr>
            <a:r>
              <a:rPr lang="en-US" sz="2000"/>
              <a:t>20% of the data is accessed 80% of the 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13" name="Google Shape;513;p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Physical Database Design in Relational Databases(4)</a:t>
            </a:r>
            <a:endParaRPr/>
          </a:p>
        </p:txBody>
      </p:sp>
      <p:sp>
        <p:nvSpPr>
          <p:cNvPr id="514" name="Google Shape;514;p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Factors that Influence Physical Database Design (contd.)</a:t>
            </a:r>
            <a:br>
              <a:rPr lang="en-US"/>
            </a:br>
            <a:r>
              <a:rPr lang="en-US"/>
              <a:t>C. </a:t>
            </a:r>
            <a:r>
              <a:rPr b="1" lang="en-US"/>
              <a:t>Analyzing the time constraints of queries and transactions</a:t>
            </a:r>
            <a:endParaRPr/>
          </a:p>
          <a:p>
            <a:pPr indent="-285750" lvl="1" marL="742950" rtl="0" algn="l">
              <a:spcBef>
                <a:spcPts val="520"/>
              </a:spcBef>
              <a:spcAft>
                <a:spcPts val="0"/>
              </a:spcAft>
              <a:buSzPts val="1430"/>
              <a:buChar char="■"/>
            </a:pPr>
            <a:r>
              <a:rPr lang="en-US"/>
              <a:t>Performance constraints place further priorities on the attributes that are candidates for access paths.</a:t>
            </a:r>
            <a:endParaRPr/>
          </a:p>
          <a:p>
            <a:pPr indent="-285750" lvl="1" marL="742950" rtl="0" algn="l">
              <a:spcBef>
                <a:spcPts val="520"/>
              </a:spcBef>
              <a:spcAft>
                <a:spcPts val="0"/>
              </a:spcAft>
              <a:buSzPts val="1430"/>
              <a:buChar char="■"/>
            </a:pPr>
            <a:r>
              <a:rPr lang="en-US"/>
              <a:t>The selection attributes used by queries and transactions with time constraints become higher-priority candidates for primary access structure.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21" name="Google Shape;521;p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Physical Database Design in Relational Databases(4)</a:t>
            </a:r>
            <a:endParaRPr/>
          </a:p>
        </p:txBody>
      </p:sp>
      <p:sp>
        <p:nvSpPr>
          <p:cNvPr id="522" name="Google Shape;522;p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Factors that Influence Physical Database Design (contd.)</a:t>
            </a:r>
            <a:br>
              <a:rPr lang="en-US"/>
            </a:br>
            <a:r>
              <a:rPr lang="en-US"/>
              <a:t>D. </a:t>
            </a:r>
            <a:r>
              <a:rPr b="1" lang="en-US"/>
              <a:t>Analyzing the expected frequencies of update operations</a:t>
            </a:r>
            <a:endParaRPr/>
          </a:p>
          <a:p>
            <a:pPr indent="-285750" lvl="1" marL="742950" rtl="0" algn="l">
              <a:spcBef>
                <a:spcPts val="520"/>
              </a:spcBef>
              <a:spcAft>
                <a:spcPts val="0"/>
              </a:spcAft>
              <a:buSzPts val="1430"/>
              <a:buChar char="■"/>
            </a:pPr>
            <a:r>
              <a:rPr lang="en-US"/>
              <a:t>A minimum number of access paths should be specified for a file that is updated frequently.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29" name="Google Shape;529;p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Physical Database Design in Relational Databases(4)</a:t>
            </a:r>
            <a:endParaRPr/>
          </a:p>
        </p:txBody>
      </p:sp>
      <p:sp>
        <p:nvSpPr>
          <p:cNvPr id="530" name="Google Shape;530;p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Factors that Influence Physical Database Design (contd.)</a:t>
            </a:r>
            <a:br>
              <a:rPr lang="en-US"/>
            </a:br>
            <a:r>
              <a:rPr lang="en-US"/>
              <a:t>E. </a:t>
            </a:r>
            <a:r>
              <a:rPr b="1" lang="en-US"/>
              <a:t>Analyzing the uniqueness constraints on attributes</a:t>
            </a:r>
            <a:endParaRPr/>
          </a:p>
          <a:p>
            <a:pPr indent="-285750" lvl="1" marL="742950" rtl="0" algn="l">
              <a:spcBef>
                <a:spcPts val="520"/>
              </a:spcBef>
              <a:spcAft>
                <a:spcPts val="0"/>
              </a:spcAft>
              <a:buSzPts val="1430"/>
              <a:buChar char="■"/>
            </a:pPr>
            <a:r>
              <a:rPr lang="en-US"/>
              <a:t>Access paths should be specified on all candidate key attributes — or set of attributes — that are either the primary key or constrained to be unique.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37" name="Google Shape;537;p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Physical Database Design in Relational Databases(5)</a:t>
            </a:r>
            <a:endParaRPr/>
          </a:p>
        </p:txBody>
      </p:sp>
      <p:sp>
        <p:nvSpPr>
          <p:cNvPr id="538" name="Google Shape;538;p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Physical Database Design Decisions</a:t>
            </a:r>
            <a:endParaRPr/>
          </a:p>
          <a:p>
            <a:pPr indent="-342900" lvl="0" marL="342900" rtl="0" algn="l">
              <a:spcBef>
                <a:spcPts val="560"/>
              </a:spcBef>
              <a:spcAft>
                <a:spcPts val="0"/>
              </a:spcAft>
              <a:buSzPts val="1680"/>
              <a:buChar char="■"/>
            </a:pPr>
            <a:r>
              <a:rPr lang="en-US"/>
              <a:t>Design decisions about indexing</a:t>
            </a:r>
            <a:endParaRPr/>
          </a:p>
          <a:p>
            <a:pPr indent="-285750" lvl="1" marL="742950" rtl="0" algn="l">
              <a:spcBef>
                <a:spcPts val="520"/>
              </a:spcBef>
              <a:spcAft>
                <a:spcPts val="0"/>
              </a:spcAft>
              <a:buSzPts val="1430"/>
              <a:buChar char="■"/>
            </a:pPr>
            <a:r>
              <a:rPr lang="en-US"/>
              <a:t>Whether to index an attribute?</a:t>
            </a:r>
            <a:endParaRPr/>
          </a:p>
          <a:p>
            <a:pPr indent="-285750" lvl="1" marL="742950" rtl="0" algn="l">
              <a:spcBef>
                <a:spcPts val="520"/>
              </a:spcBef>
              <a:spcAft>
                <a:spcPts val="0"/>
              </a:spcAft>
              <a:buSzPts val="1430"/>
              <a:buChar char="■"/>
            </a:pPr>
            <a:r>
              <a:rPr lang="en-US"/>
              <a:t>What attribute or attributes to index on?</a:t>
            </a:r>
            <a:endParaRPr/>
          </a:p>
          <a:p>
            <a:pPr indent="-285750" lvl="1" marL="742950" rtl="0" algn="l">
              <a:spcBef>
                <a:spcPts val="520"/>
              </a:spcBef>
              <a:spcAft>
                <a:spcPts val="0"/>
              </a:spcAft>
              <a:buSzPts val="1430"/>
              <a:buChar char="■"/>
            </a:pPr>
            <a:r>
              <a:rPr lang="en-US"/>
              <a:t>Whether to set up a clustered index?</a:t>
            </a:r>
            <a:endParaRPr/>
          </a:p>
          <a:p>
            <a:pPr indent="-285750" lvl="1" marL="742950" rtl="0" algn="l">
              <a:spcBef>
                <a:spcPts val="520"/>
              </a:spcBef>
              <a:spcAft>
                <a:spcPts val="0"/>
              </a:spcAft>
              <a:buSzPts val="1430"/>
              <a:buChar char="■"/>
            </a:pPr>
            <a:r>
              <a:rPr lang="en-US"/>
              <a:t>Whether to use a hash index over a tree index?</a:t>
            </a:r>
            <a:endParaRPr/>
          </a:p>
          <a:p>
            <a:pPr indent="-285750" lvl="1" marL="742950" rtl="0" algn="l">
              <a:spcBef>
                <a:spcPts val="520"/>
              </a:spcBef>
              <a:spcAft>
                <a:spcPts val="0"/>
              </a:spcAft>
              <a:buSzPts val="1430"/>
              <a:buChar char="■"/>
            </a:pPr>
            <a:r>
              <a:rPr lang="en-US"/>
              <a:t>Whether to use dynamic hashing for the file?</a:t>
            </a:r>
            <a:endParaRPr/>
          </a:p>
          <a:p>
            <a:pPr indent="-194944" lvl="1" marL="742950" rtl="0" algn="l">
              <a:spcBef>
                <a:spcPts val="520"/>
              </a:spcBef>
              <a:spcAft>
                <a:spcPts val="0"/>
              </a:spcAft>
              <a:buSzPts val="143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1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45" name="Google Shape;545;p1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Physical Database Design in Relational Databases(6)</a:t>
            </a:r>
            <a:endParaRPr/>
          </a:p>
        </p:txBody>
      </p:sp>
      <p:sp>
        <p:nvSpPr>
          <p:cNvPr id="546" name="Google Shape;546;p1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440"/>
              <a:buChar char="■"/>
            </a:pPr>
            <a:r>
              <a:rPr lang="en-US" sz="2400"/>
              <a:t>Physical Database Design Decisions (contd.)</a:t>
            </a:r>
            <a:endParaRPr/>
          </a:p>
          <a:p>
            <a:pPr indent="-342900" lvl="0" marL="342900" rtl="0" algn="l">
              <a:lnSpc>
                <a:spcPct val="90000"/>
              </a:lnSpc>
              <a:spcBef>
                <a:spcPts val="480"/>
              </a:spcBef>
              <a:spcAft>
                <a:spcPts val="0"/>
              </a:spcAft>
              <a:buSzPts val="1440"/>
              <a:buChar char="■"/>
            </a:pPr>
            <a:r>
              <a:rPr lang="en-US" sz="2400"/>
              <a:t>Denormalization as a design decision for speeding up queries</a:t>
            </a:r>
            <a:endParaRPr/>
          </a:p>
          <a:p>
            <a:pPr indent="-285750" lvl="1" marL="742950" rtl="0" algn="l">
              <a:lnSpc>
                <a:spcPct val="90000"/>
              </a:lnSpc>
              <a:spcBef>
                <a:spcPts val="440"/>
              </a:spcBef>
              <a:spcAft>
                <a:spcPts val="0"/>
              </a:spcAft>
              <a:buSzPts val="1210"/>
              <a:buChar char="■"/>
            </a:pPr>
            <a:r>
              <a:rPr lang="en-US" sz="2200"/>
              <a:t>The goal of normalization is to separate the logically related attributes into tables to minimize redundancy and thereby avoid the update anomalies that cause an extra processing overheard to maintain consistency of the database.</a:t>
            </a:r>
            <a:endParaRPr/>
          </a:p>
          <a:p>
            <a:pPr indent="-285750" lvl="1" marL="742950" rtl="0" algn="l">
              <a:lnSpc>
                <a:spcPct val="90000"/>
              </a:lnSpc>
              <a:spcBef>
                <a:spcPts val="440"/>
              </a:spcBef>
              <a:spcAft>
                <a:spcPts val="0"/>
              </a:spcAft>
              <a:buSzPts val="1210"/>
              <a:buChar char="■"/>
            </a:pPr>
            <a:r>
              <a:rPr lang="en-US" sz="2200"/>
              <a:t>The goal of denormalization is to improve the performance of frequently occurring queries and transactions. (Typically the designer adds to a table attributes that are needed for answering queries or producing reports so that a join with another table is avoided.)</a:t>
            </a:r>
            <a:endParaRPr/>
          </a:p>
          <a:p>
            <a:pPr indent="-285750" lvl="1" marL="742950" rtl="0" algn="l">
              <a:lnSpc>
                <a:spcPct val="90000"/>
              </a:lnSpc>
              <a:spcBef>
                <a:spcPts val="440"/>
              </a:spcBef>
              <a:spcAft>
                <a:spcPts val="0"/>
              </a:spcAft>
              <a:buSzPts val="1210"/>
              <a:buChar char="■"/>
            </a:pPr>
            <a:r>
              <a:rPr lang="en-US" sz="2200"/>
              <a:t>Trade off between update and query performance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53" name="Google Shape;553;p1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2. An Overview of Database Tuning in Relational Systems (1)</a:t>
            </a:r>
            <a:endParaRPr/>
          </a:p>
        </p:txBody>
      </p:sp>
      <p:sp>
        <p:nvSpPr>
          <p:cNvPr id="554" name="Google Shape;554;p1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b="1" lang="en-US" sz="2400"/>
              <a:t>Tuning</a:t>
            </a:r>
            <a:r>
              <a:rPr lang="en-US" sz="2400"/>
              <a:t>: </a:t>
            </a:r>
            <a:endParaRPr/>
          </a:p>
          <a:p>
            <a:pPr indent="-285750" lvl="1" marL="742950" rtl="0" algn="l">
              <a:spcBef>
                <a:spcPts val="440"/>
              </a:spcBef>
              <a:spcAft>
                <a:spcPts val="0"/>
              </a:spcAft>
              <a:buSzPts val="1210"/>
              <a:buChar char="■"/>
            </a:pPr>
            <a:r>
              <a:rPr lang="en-US" sz="2200"/>
              <a:t>The process of continuing  to revise/adjust the physical database design by monitoring resource utilization as well as internal DBMS processing to reveal bottlenecks such as contention for the same data or devices.</a:t>
            </a:r>
            <a:endParaRPr/>
          </a:p>
          <a:p>
            <a:pPr indent="-251459" lvl="0" marL="342900" rtl="0" algn="l">
              <a:spcBef>
                <a:spcPts val="480"/>
              </a:spcBef>
              <a:spcAft>
                <a:spcPts val="0"/>
              </a:spcAft>
              <a:buSzPts val="1440"/>
              <a:buNone/>
            </a:pPr>
            <a:r>
              <a:t/>
            </a:r>
            <a:endParaRPr sz="2400"/>
          </a:p>
          <a:p>
            <a:pPr indent="-342900" lvl="0" marL="342900" rtl="0" algn="l">
              <a:spcBef>
                <a:spcPts val="480"/>
              </a:spcBef>
              <a:spcAft>
                <a:spcPts val="0"/>
              </a:spcAft>
              <a:buSzPts val="1440"/>
              <a:buChar char="■"/>
            </a:pPr>
            <a:r>
              <a:rPr lang="en-US" sz="2400"/>
              <a:t>Goal:</a:t>
            </a:r>
            <a:endParaRPr/>
          </a:p>
          <a:p>
            <a:pPr indent="-285750" lvl="1" marL="742950" rtl="0" algn="l">
              <a:spcBef>
                <a:spcPts val="440"/>
              </a:spcBef>
              <a:spcAft>
                <a:spcPts val="0"/>
              </a:spcAft>
              <a:buSzPts val="1210"/>
              <a:buChar char="■"/>
            </a:pPr>
            <a:r>
              <a:rPr lang="en-US" sz="2200"/>
              <a:t>To make application run faster</a:t>
            </a:r>
            <a:endParaRPr/>
          </a:p>
          <a:p>
            <a:pPr indent="-285750" lvl="1" marL="742950" rtl="0" algn="l">
              <a:spcBef>
                <a:spcPts val="440"/>
              </a:spcBef>
              <a:spcAft>
                <a:spcPts val="0"/>
              </a:spcAft>
              <a:buSzPts val="1210"/>
              <a:buChar char="■"/>
            </a:pPr>
            <a:r>
              <a:rPr lang="en-US" sz="2200"/>
              <a:t>To lower the response time of queries/transactions</a:t>
            </a:r>
            <a:endParaRPr/>
          </a:p>
          <a:p>
            <a:pPr indent="-285750" lvl="1" marL="742950" rtl="0" algn="l">
              <a:spcBef>
                <a:spcPts val="440"/>
              </a:spcBef>
              <a:spcAft>
                <a:spcPts val="0"/>
              </a:spcAft>
              <a:buSzPts val="1210"/>
              <a:buChar char="■"/>
            </a:pPr>
            <a:r>
              <a:rPr lang="en-US" sz="2200"/>
              <a:t>To improve the overall throughput of transactions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1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61" name="Google Shape;561;p1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(2)</a:t>
            </a:r>
            <a:endParaRPr/>
          </a:p>
        </p:txBody>
      </p:sp>
      <p:sp>
        <p:nvSpPr>
          <p:cNvPr id="562" name="Google Shape;562;p1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SzPts val="1440"/>
              <a:buChar char="■"/>
            </a:pPr>
            <a:r>
              <a:rPr lang="en-US" sz="2400"/>
              <a:t>Statistics internally collected in DBMSs:</a:t>
            </a:r>
            <a:endParaRPr/>
          </a:p>
          <a:p>
            <a:pPr indent="-285750" lvl="1" marL="742950" rtl="0" algn="l">
              <a:lnSpc>
                <a:spcPct val="80000"/>
              </a:lnSpc>
              <a:spcBef>
                <a:spcPts val="440"/>
              </a:spcBef>
              <a:spcAft>
                <a:spcPts val="0"/>
              </a:spcAft>
              <a:buSzPts val="1210"/>
              <a:buChar char="■"/>
            </a:pPr>
            <a:r>
              <a:rPr lang="en-US" sz="2200"/>
              <a:t>Size of individual tables</a:t>
            </a:r>
            <a:endParaRPr/>
          </a:p>
          <a:p>
            <a:pPr indent="-285750" lvl="1" marL="742950" rtl="0" algn="l">
              <a:lnSpc>
                <a:spcPct val="80000"/>
              </a:lnSpc>
              <a:spcBef>
                <a:spcPts val="440"/>
              </a:spcBef>
              <a:spcAft>
                <a:spcPts val="0"/>
              </a:spcAft>
              <a:buSzPts val="1210"/>
              <a:buChar char="■"/>
            </a:pPr>
            <a:r>
              <a:rPr lang="en-US" sz="2200"/>
              <a:t>Number of distinct values in a column</a:t>
            </a:r>
            <a:endParaRPr/>
          </a:p>
          <a:p>
            <a:pPr indent="-285750" lvl="1" marL="742950" rtl="0" algn="l">
              <a:lnSpc>
                <a:spcPct val="80000"/>
              </a:lnSpc>
              <a:spcBef>
                <a:spcPts val="440"/>
              </a:spcBef>
              <a:spcAft>
                <a:spcPts val="0"/>
              </a:spcAft>
              <a:buSzPts val="1210"/>
              <a:buChar char="■"/>
            </a:pPr>
            <a:r>
              <a:rPr lang="en-US" sz="2200"/>
              <a:t>The number of times a particular query or transaction is submitted/executed in an interval of time</a:t>
            </a:r>
            <a:endParaRPr/>
          </a:p>
          <a:p>
            <a:pPr indent="-285750" lvl="1" marL="742950" rtl="0" algn="l">
              <a:lnSpc>
                <a:spcPct val="80000"/>
              </a:lnSpc>
              <a:spcBef>
                <a:spcPts val="440"/>
              </a:spcBef>
              <a:spcAft>
                <a:spcPts val="0"/>
              </a:spcAft>
              <a:buSzPts val="1210"/>
              <a:buChar char="■"/>
            </a:pPr>
            <a:r>
              <a:rPr lang="en-US" sz="2200"/>
              <a:t>The times required for different phases of query and transaction processing</a:t>
            </a:r>
            <a:endParaRPr/>
          </a:p>
          <a:p>
            <a:pPr indent="-342900" lvl="0" marL="342900" rtl="0" algn="l">
              <a:lnSpc>
                <a:spcPct val="80000"/>
              </a:lnSpc>
              <a:spcBef>
                <a:spcPts val="480"/>
              </a:spcBef>
              <a:spcAft>
                <a:spcPts val="0"/>
              </a:spcAft>
              <a:buSzPts val="1440"/>
              <a:buChar char="■"/>
            </a:pPr>
            <a:r>
              <a:rPr lang="en-US" sz="2400"/>
              <a:t>Statistics obtained from monitoring:</a:t>
            </a:r>
            <a:endParaRPr/>
          </a:p>
          <a:p>
            <a:pPr indent="-285750" lvl="1" marL="742950" rtl="0" algn="l">
              <a:lnSpc>
                <a:spcPct val="80000"/>
              </a:lnSpc>
              <a:spcBef>
                <a:spcPts val="440"/>
              </a:spcBef>
              <a:spcAft>
                <a:spcPts val="0"/>
              </a:spcAft>
              <a:buSzPts val="1210"/>
              <a:buChar char="■"/>
            </a:pPr>
            <a:r>
              <a:rPr lang="en-US" sz="2200"/>
              <a:t>Storage statistics</a:t>
            </a:r>
            <a:endParaRPr/>
          </a:p>
          <a:p>
            <a:pPr indent="-285750" lvl="1" marL="742950" rtl="0" algn="l">
              <a:lnSpc>
                <a:spcPct val="80000"/>
              </a:lnSpc>
              <a:spcBef>
                <a:spcPts val="440"/>
              </a:spcBef>
              <a:spcAft>
                <a:spcPts val="0"/>
              </a:spcAft>
              <a:buSzPts val="1210"/>
              <a:buChar char="■"/>
            </a:pPr>
            <a:r>
              <a:rPr lang="en-US" sz="2200"/>
              <a:t>I/O and device performance statistics</a:t>
            </a:r>
            <a:endParaRPr/>
          </a:p>
          <a:p>
            <a:pPr indent="-285750" lvl="1" marL="742950" rtl="0" algn="l">
              <a:lnSpc>
                <a:spcPct val="80000"/>
              </a:lnSpc>
              <a:spcBef>
                <a:spcPts val="440"/>
              </a:spcBef>
              <a:spcAft>
                <a:spcPts val="0"/>
              </a:spcAft>
              <a:buSzPts val="1210"/>
              <a:buChar char="■"/>
            </a:pPr>
            <a:r>
              <a:rPr lang="en-US" sz="2200"/>
              <a:t>Query/transaction processing statistics</a:t>
            </a:r>
            <a:endParaRPr/>
          </a:p>
          <a:p>
            <a:pPr indent="-285750" lvl="1" marL="742950" rtl="0" algn="l">
              <a:lnSpc>
                <a:spcPct val="80000"/>
              </a:lnSpc>
              <a:spcBef>
                <a:spcPts val="440"/>
              </a:spcBef>
              <a:spcAft>
                <a:spcPts val="0"/>
              </a:spcAft>
              <a:buSzPts val="1210"/>
              <a:buChar char="■"/>
            </a:pPr>
            <a:r>
              <a:rPr lang="en-US" sz="2200"/>
              <a:t>Locking/logging related  statistics</a:t>
            </a:r>
            <a:endParaRPr/>
          </a:p>
          <a:p>
            <a:pPr indent="-285750" lvl="1" marL="742950" rtl="0" algn="l">
              <a:lnSpc>
                <a:spcPct val="80000"/>
              </a:lnSpc>
              <a:spcBef>
                <a:spcPts val="440"/>
              </a:spcBef>
              <a:spcAft>
                <a:spcPts val="0"/>
              </a:spcAft>
              <a:buSzPts val="1210"/>
              <a:buChar char="■"/>
            </a:pPr>
            <a:r>
              <a:rPr lang="en-US" sz="2200"/>
              <a:t>Index statistic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69" name="Google Shape;569;p1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(3)</a:t>
            </a:r>
            <a:endParaRPr/>
          </a:p>
        </p:txBody>
      </p:sp>
      <p:sp>
        <p:nvSpPr>
          <p:cNvPr id="570" name="Google Shape;570;p1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Problems to be considered in tuning:</a:t>
            </a:r>
            <a:endParaRPr/>
          </a:p>
          <a:p>
            <a:pPr indent="-285750" lvl="1" marL="742950" rtl="0" algn="l">
              <a:spcBef>
                <a:spcPts val="520"/>
              </a:spcBef>
              <a:spcAft>
                <a:spcPts val="0"/>
              </a:spcAft>
              <a:buSzPts val="1430"/>
              <a:buChar char="■"/>
            </a:pPr>
            <a:r>
              <a:rPr lang="en-US"/>
              <a:t>How to avoid excessive lock contention?</a:t>
            </a:r>
            <a:endParaRPr/>
          </a:p>
          <a:p>
            <a:pPr indent="-285750" lvl="1" marL="742950" rtl="0" algn="l">
              <a:spcBef>
                <a:spcPts val="520"/>
              </a:spcBef>
              <a:spcAft>
                <a:spcPts val="0"/>
              </a:spcAft>
              <a:buSzPts val="1430"/>
              <a:buChar char="■"/>
            </a:pPr>
            <a:r>
              <a:rPr lang="en-US"/>
              <a:t>How to minimize overhead of logging and unnecessary dumping of data?</a:t>
            </a:r>
            <a:endParaRPr/>
          </a:p>
          <a:p>
            <a:pPr indent="-285750" lvl="1" marL="742950" rtl="0" algn="l">
              <a:spcBef>
                <a:spcPts val="520"/>
              </a:spcBef>
              <a:spcAft>
                <a:spcPts val="0"/>
              </a:spcAft>
              <a:buSzPts val="1430"/>
              <a:buChar char="■"/>
            </a:pPr>
            <a:r>
              <a:rPr lang="en-US"/>
              <a:t>How to optimize buffer size and scheduling of processes?</a:t>
            </a:r>
            <a:endParaRPr/>
          </a:p>
          <a:p>
            <a:pPr indent="-285750" lvl="1" marL="742950" rtl="0" algn="l">
              <a:spcBef>
                <a:spcPts val="520"/>
              </a:spcBef>
              <a:spcAft>
                <a:spcPts val="0"/>
              </a:spcAft>
              <a:buSzPts val="1430"/>
              <a:buChar char="■"/>
            </a:pPr>
            <a:r>
              <a:rPr lang="en-US"/>
              <a:t>How to allocate resources such as disks, RAM and processes for most efficient utilization?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1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77" name="Google Shape;577;p1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(4)</a:t>
            </a:r>
            <a:endParaRPr/>
          </a:p>
        </p:txBody>
      </p:sp>
      <p:sp>
        <p:nvSpPr>
          <p:cNvPr id="578" name="Google Shape;578;p1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lang="en-US" sz="2400"/>
              <a:t>Tuning Indexes</a:t>
            </a:r>
            <a:endParaRPr/>
          </a:p>
          <a:p>
            <a:pPr indent="-285750" lvl="1" marL="742950" rtl="0" algn="l">
              <a:spcBef>
                <a:spcPts val="440"/>
              </a:spcBef>
              <a:spcAft>
                <a:spcPts val="0"/>
              </a:spcAft>
              <a:buSzPts val="1210"/>
              <a:buChar char="■"/>
            </a:pPr>
            <a:r>
              <a:rPr lang="en-US" sz="2200"/>
              <a:t>Reasons to tuning indexes</a:t>
            </a:r>
            <a:endParaRPr/>
          </a:p>
          <a:p>
            <a:pPr indent="-228600" lvl="2" marL="1143000" rtl="0" algn="l">
              <a:spcBef>
                <a:spcPts val="400"/>
              </a:spcBef>
              <a:spcAft>
                <a:spcPts val="0"/>
              </a:spcAft>
              <a:buSzPts val="1000"/>
              <a:buChar char="■"/>
            </a:pPr>
            <a:r>
              <a:rPr lang="en-US" sz="2000"/>
              <a:t>Certain queries may take too long to run for lack of an index;</a:t>
            </a:r>
            <a:endParaRPr/>
          </a:p>
          <a:p>
            <a:pPr indent="-228600" lvl="2" marL="1143000" rtl="0" algn="l">
              <a:spcBef>
                <a:spcPts val="400"/>
              </a:spcBef>
              <a:spcAft>
                <a:spcPts val="0"/>
              </a:spcAft>
              <a:buSzPts val="1000"/>
              <a:buChar char="■"/>
            </a:pPr>
            <a:r>
              <a:rPr lang="en-US" sz="2000"/>
              <a:t>Certain indexes may not get utilized at all;</a:t>
            </a:r>
            <a:endParaRPr/>
          </a:p>
          <a:p>
            <a:pPr indent="-228600" lvl="2" marL="1143000" rtl="0" algn="l">
              <a:spcBef>
                <a:spcPts val="400"/>
              </a:spcBef>
              <a:spcAft>
                <a:spcPts val="0"/>
              </a:spcAft>
              <a:buSzPts val="1000"/>
              <a:buChar char="■"/>
            </a:pPr>
            <a:r>
              <a:rPr lang="en-US" sz="2000"/>
              <a:t>Certain indexes may be causing excessive overhead because the index is on an attribute that undergoes frequent changes</a:t>
            </a:r>
            <a:endParaRPr/>
          </a:p>
          <a:p>
            <a:pPr indent="-228600" lvl="2" marL="1143000" rtl="0" algn="l">
              <a:spcBef>
                <a:spcPts val="400"/>
              </a:spcBef>
              <a:spcAft>
                <a:spcPts val="0"/>
              </a:spcAft>
              <a:buSzPts val="1000"/>
              <a:buFont typeface="Noto Sans Symbols"/>
              <a:buNone/>
            </a:pPr>
            <a:r>
              <a:t/>
            </a:r>
            <a:endParaRPr sz="2000"/>
          </a:p>
          <a:p>
            <a:pPr indent="-285750" lvl="1" marL="742950" rtl="0" algn="l">
              <a:spcBef>
                <a:spcPts val="440"/>
              </a:spcBef>
              <a:spcAft>
                <a:spcPts val="0"/>
              </a:spcAft>
              <a:buSzPts val="1210"/>
              <a:buChar char="■"/>
            </a:pPr>
            <a:r>
              <a:rPr lang="en-US" sz="2200"/>
              <a:t>Options to tuning indexes</a:t>
            </a:r>
            <a:endParaRPr/>
          </a:p>
          <a:p>
            <a:pPr indent="-228600" lvl="2" marL="1143000" rtl="0" algn="l">
              <a:spcBef>
                <a:spcPts val="400"/>
              </a:spcBef>
              <a:spcAft>
                <a:spcPts val="0"/>
              </a:spcAft>
              <a:buSzPts val="1000"/>
              <a:buChar char="■"/>
            </a:pPr>
            <a:r>
              <a:rPr lang="en-US" sz="2000"/>
              <a:t>Drop or/and build new indexes</a:t>
            </a:r>
            <a:endParaRPr/>
          </a:p>
          <a:p>
            <a:pPr indent="-228600" lvl="2" marL="1143000" rtl="0" algn="l">
              <a:spcBef>
                <a:spcPts val="400"/>
              </a:spcBef>
              <a:spcAft>
                <a:spcPts val="0"/>
              </a:spcAft>
              <a:buSzPts val="1000"/>
              <a:buChar char="■"/>
            </a:pPr>
            <a:r>
              <a:rPr lang="en-US" sz="2000"/>
              <a:t>Change a non-clustered index to a clustered index (and vice versa)</a:t>
            </a:r>
            <a:endParaRPr/>
          </a:p>
          <a:p>
            <a:pPr indent="-228600" lvl="2" marL="1143000" rtl="0" algn="l">
              <a:spcBef>
                <a:spcPts val="400"/>
              </a:spcBef>
              <a:spcAft>
                <a:spcPts val="0"/>
              </a:spcAft>
              <a:buSzPts val="1000"/>
              <a:buChar char="■"/>
            </a:pPr>
            <a:r>
              <a:rPr lang="en-US" sz="2000"/>
              <a:t>Rebuilding the index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85" name="Google Shape;585;p1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(5)</a:t>
            </a:r>
            <a:endParaRPr/>
          </a:p>
        </p:txBody>
      </p:sp>
      <p:sp>
        <p:nvSpPr>
          <p:cNvPr id="586" name="Google Shape;586;p1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Tuning the Database Design</a:t>
            </a:r>
            <a:endParaRPr/>
          </a:p>
          <a:p>
            <a:pPr indent="-285750" lvl="1" marL="742950" rtl="0" algn="l">
              <a:spcBef>
                <a:spcPts val="520"/>
              </a:spcBef>
              <a:spcAft>
                <a:spcPts val="0"/>
              </a:spcAft>
              <a:buSzPts val="1430"/>
              <a:buChar char="■"/>
            </a:pPr>
            <a:r>
              <a:rPr lang="en-US"/>
              <a:t>Dynamically changed processing requirements need to be addressed by making changes to the conceptual schema if necessary and to reflect those changes into the logical schema and physical design. </a:t>
            </a:r>
            <a:endParaRPr/>
          </a:p>
          <a:p>
            <a:pPr indent="-194944" lvl="1" marL="742950" rtl="0" algn="l">
              <a:spcBef>
                <a:spcPts val="520"/>
              </a:spcBef>
              <a:spcAft>
                <a:spcPts val="0"/>
              </a:spcAft>
              <a:buSzPts val="143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1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93" name="Google Shape;593;p1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(6)</a:t>
            </a:r>
            <a:endParaRPr/>
          </a:p>
        </p:txBody>
      </p:sp>
      <p:sp>
        <p:nvSpPr>
          <p:cNvPr id="594" name="Google Shape;594;p1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SzPts val="1440"/>
              <a:buChar char="■"/>
            </a:pPr>
            <a:r>
              <a:rPr lang="en-US" sz="2400"/>
              <a:t>Tuning the Database Design (contd.)</a:t>
            </a:r>
            <a:endParaRPr/>
          </a:p>
          <a:p>
            <a:pPr indent="-285750" lvl="1" marL="742950" rtl="0" algn="l">
              <a:lnSpc>
                <a:spcPct val="80000"/>
              </a:lnSpc>
              <a:spcBef>
                <a:spcPts val="440"/>
              </a:spcBef>
              <a:spcAft>
                <a:spcPts val="0"/>
              </a:spcAft>
              <a:buSzPts val="1210"/>
              <a:buChar char="■"/>
            </a:pPr>
            <a:r>
              <a:rPr lang="en-US" sz="2200"/>
              <a:t>Possible changes to the database design</a:t>
            </a:r>
            <a:endParaRPr/>
          </a:p>
          <a:p>
            <a:pPr indent="-228600" lvl="2" marL="1143000" rtl="0" algn="l">
              <a:lnSpc>
                <a:spcPct val="80000"/>
              </a:lnSpc>
              <a:spcBef>
                <a:spcPts val="400"/>
              </a:spcBef>
              <a:spcAft>
                <a:spcPts val="0"/>
              </a:spcAft>
              <a:buSzPts val="1000"/>
              <a:buChar char="■"/>
            </a:pPr>
            <a:r>
              <a:rPr lang="en-US" sz="2000"/>
              <a:t>Existing tables may be joined (denormalized) because certain attributes from two or more tables are frequently needed together.</a:t>
            </a:r>
            <a:endParaRPr/>
          </a:p>
          <a:p>
            <a:pPr indent="-228600" lvl="2" marL="1143000" rtl="0" algn="l">
              <a:lnSpc>
                <a:spcPct val="80000"/>
              </a:lnSpc>
              <a:spcBef>
                <a:spcPts val="400"/>
              </a:spcBef>
              <a:spcAft>
                <a:spcPts val="0"/>
              </a:spcAft>
              <a:buSzPts val="1000"/>
              <a:buChar char="■"/>
            </a:pPr>
            <a:r>
              <a:rPr lang="en-US" sz="2000"/>
              <a:t>For the given set of tables, there may be alternative design choices, all of which achieve 3NF or BCNF. One may be replaced by the other.</a:t>
            </a:r>
            <a:endParaRPr/>
          </a:p>
          <a:p>
            <a:pPr indent="-228600" lvl="2" marL="1143000" rtl="0" algn="l">
              <a:lnSpc>
                <a:spcPct val="80000"/>
              </a:lnSpc>
              <a:spcBef>
                <a:spcPts val="400"/>
              </a:spcBef>
              <a:spcAft>
                <a:spcPts val="0"/>
              </a:spcAft>
              <a:buSzPts val="1000"/>
              <a:buChar char="■"/>
            </a:pPr>
            <a:r>
              <a:rPr lang="en-US" sz="2000"/>
              <a:t>A relation of the form R(K, A, B, C, D, …) that is in BCNF can be stored into multiple tables that are also in BCNF by replicating the key K in each table.</a:t>
            </a:r>
            <a:endParaRPr/>
          </a:p>
          <a:p>
            <a:pPr indent="-228600" lvl="2" marL="1143000" rtl="0" algn="l">
              <a:lnSpc>
                <a:spcPct val="80000"/>
              </a:lnSpc>
              <a:spcBef>
                <a:spcPts val="400"/>
              </a:spcBef>
              <a:spcAft>
                <a:spcPts val="0"/>
              </a:spcAft>
              <a:buSzPts val="1000"/>
              <a:buChar char="■"/>
            </a:pPr>
            <a:r>
              <a:rPr lang="en-US" sz="2000"/>
              <a:t>Attribute(s) from one table may be repeated in another even though this creates redundancy and potential anomalies.</a:t>
            </a:r>
            <a:endParaRPr/>
          </a:p>
          <a:p>
            <a:pPr indent="-228600" lvl="2" marL="1143000" rtl="0" algn="l">
              <a:lnSpc>
                <a:spcPct val="80000"/>
              </a:lnSpc>
              <a:spcBef>
                <a:spcPts val="400"/>
              </a:spcBef>
              <a:spcAft>
                <a:spcPts val="0"/>
              </a:spcAft>
              <a:buSzPts val="1000"/>
              <a:buChar char="■"/>
            </a:pPr>
            <a:r>
              <a:rPr lang="en-US" sz="2000"/>
              <a:t>Apply </a:t>
            </a:r>
            <a:r>
              <a:rPr b="1" lang="en-US" sz="2000"/>
              <a:t>horizontal partitioning</a:t>
            </a:r>
            <a:r>
              <a:rPr lang="en-US" sz="2000"/>
              <a:t> as well as </a:t>
            </a:r>
            <a:r>
              <a:rPr b="1" lang="en-US" sz="2000"/>
              <a:t>vertical partitioning</a:t>
            </a:r>
            <a:r>
              <a:rPr lang="en-US" sz="2000"/>
              <a:t> if necessary.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01" name="Google Shape;601;p1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(7)</a:t>
            </a:r>
            <a:endParaRPr/>
          </a:p>
        </p:txBody>
      </p:sp>
      <p:sp>
        <p:nvSpPr>
          <p:cNvPr id="602" name="Google Shape;602;p1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Tuning Queries</a:t>
            </a:r>
            <a:endParaRPr/>
          </a:p>
          <a:p>
            <a:pPr indent="-285750" lvl="1" marL="742950" rtl="0" algn="l">
              <a:spcBef>
                <a:spcPts val="520"/>
              </a:spcBef>
              <a:spcAft>
                <a:spcPts val="0"/>
              </a:spcAft>
              <a:buSzPts val="1430"/>
              <a:buChar char="■"/>
            </a:pPr>
            <a:r>
              <a:rPr lang="en-US"/>
              <a:t>Indications for tuning queries</a:t>
            </a:r>
            <a:endParaRPr/>
          </a:p>
          <a:p>
            <a:pPr indent="-228600" lvl="2" marL="1143000" rtl="0" algn="l">
              <a:spcBef>
                <a:spcPts val="480"/>
              </a:spcBef>
              <a:spcAft>
                <a:spcPts val="0"/>
              </a:spcAft>
              <a:buSzPts val="1200"/>
              <a:buChar char="■"/>
            </a:pPr>
            <a:r>
              <a:rPr lang="en-US"/>
              <a:t>A query issues too many disk accesses</a:t>
            </a:r>
            <a:endParaRPr/>
          </a:p>
          <a:p>
            <a:pPr indent="-228600" lvl="2" marL="1143000" rtl="0" algn="l">
              <a:spcBef>
                <a:spcPts val="480"/>
              </a:spcBef>
              <a:spcAft>
                <a:spcPts val="0"/>
              </a:spcAft>
              <a:buSzPts val="1200"/>
              <a:buChar char="■"/>
            </a:pPr>
            <a:r>
              <a:rPr lang="en-US"/>
              <a:t>The query plan shows that relevant indexes are not being used.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09" name="Google Shape;609;p1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(8)</a:t>
            </a:r>
            <a:endParaRPr/>
          </a:p>
        </p:txBody>
      </p:sp>
      <p:sp>
        <p:nvSpPr>
          <p:cNvPr id="610" name="Google Shape;610;p1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SzPts val="1440"/>
              <a:buChar char="■"/>
            </a:pPr>
            <a:r>
              <a:rPr lang="en-US" sz="2400"/>
              <a:t>Tuning Queries (contd.): Typical instances for query tuning</a:t>
            </a:r>
            <a:endParaRPr/>
          </a:p>
          <a:p>
            <a:pPr indent="-285750" lvl="1" marL="742950" rtl="0" algn="l">
              <a:lnSpc>
                <a:spcPct val="80000"/>
              </a:lnSpc>
              <a:spcBef>
                <a:spcPts val="440"/>
              </a:spcBef>
              <a:spcAft>
                <a:spcPts val="0"/>
              </a:spcAft>
              <a:buSzPts val="1210"/>
              <a:buChar char="■"/>
            </a:pPr>
            <a:r>
              <a:rPr lang="en-US" sz="2200"/>
              <a:t>In some situations involving using of correlated queries, temporaries are useful.</a:t>
            </a:r>
            <a:endParaRPr/>
          </a:p>
          <a:p>
            <a:pPr indent="-285750" lvl="1" marL="742950" rtl="0" algn="l">
              <a:lnSpc>
                <a:spcPct val="80000"/>
              </a:lnSpc>
              <a:spcBef>
                <a:spcPts val="440"/>
              </a:spcBef>
              <a:spcAft>
                <a:spcPts val="0"/>
              </a:spcAft>
              <a:buSzPts val="1210"/>
              <a:buChar char="■"/>
            </a:pPr>
            <a:r>
              <a:rPr lang="en-US" sz="2200"/>
              <a:t>If multiple options for join condition are possible, choose one that uses a clustering index and avoid those that contain string comparisons.</a:t>
            </a:r>
            <a:endParaRPr/>
          </a:p>
          <a:p>
            <a:pPr indent="-285750" lvl="1" marL="742950" rtl="0" algn="l">
              <a:lnSpc>
                <a:spcPct val="80000"/>
              </a:lnSpc>
              <a:spcBef>
                <a:spcPts val="440"/>
              </a:spcBef>
              <a:spcAft>
                <a:spcPts val="0"/>
              </a:spcAft>
              <a:buSzPts val="1210"/>
              <a:buChar char="■"/>
            </a:pPr>
            <a:r>
              <a:rPr lang="en-US" sz="2200"/>
              <a:t>The order of tables in the FROM clause may affect the join processing.</a:t>
            </a:r>
            <a:endParaRPr/>
          </a:p>
          <a:p>
            <a:pPr indent="-285750" lvl="1" marL="742950" rtl="0" algn="l">
              <a:lnSpc>
                <a:spcPct val="80000"/>
              </a:lnSpc>
              <a:spcBef>
                <a:spcPts val="440"/>
              </a:spcBef>
              <a:spcAft>
                <a:spcPts val="0"/>
              </a:spcAft>
              <a:buSzPts val="1210"/>
              <a:buChar char="■"/>
            </a:pPr>
            <a:r>
              <a:rPr lang="en-US" sz="2200"/>
              <a:t>Some query optimizers perform worse on nested queries compared to their equivalent un-nested counterparts.</a:t>
            </a:r>
            <a:endParaRPr/>
          </a:p>
          <a:p>
            <a:pPr indent="-285750" lvl="1" marL="742950" rtl="0" algn="l">
              <a:lnSpc>
                <a:spcPct val="80000"/>
              </a:lnSpc>
              <a:spcBef>
                <a:spcPts val="440"/>
              </a:spcBef>
              <a:spcAft>
                <a:spcPts val="0"/>
              </a:spcAft>
              <a:buSzPts val="1210"/>
              <a:buChar char="■"/>
            </a:pPr>
            <a:r>
              <a:rPr lang="en-US" sz="2200"/>
              <a:t>Many applications are based on views that define the data of interest to those applications. Sometimes these views become an overkill.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17" name="Google Shape;617;p1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(8)</a:t>
            </a:r>
            <a:endParaRPr/>
          </a:p>
        </p:txBody>
      </p:sp>
      <p:sp>
        <p:nvSpPr>
          <p:cNvPr id="618" name="Google Shape;618;p1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SzPts val="1440"/>
              <a:buChar char="■"/>
            </a:pPr>
            <a:r>
              <a:rPr lang="en-US" sz="2400"/>
              <a:t>Tuning Queries (contd.): Typical instances for query tuning</a:t>
            </a:r>
            <a:endParaRPr/>
          </a:p>
          <a:p>
            <a:pPr indent="-285750" lvl="1" marL="742950" rtl="0" algn="l">
              <a:lnSpc>
                <a:spcPct val="80000"/>
              </a:lnSpc>
              <a:spcBef>
                <a:spcPts val="440"/>
              </a:spcBef>
              <a:spcAft>
                <a:spcPts val="0"/>
              </a:spcAft>
              <a:buSzPts val="1210"/>
              <a:buChar char="■"/>
            </a:pPr>
            <a:r>
              <a:rPr lang="en-US" sz="2200"/>
              <a:t>In some situations involving using of correlated queries, temporaries are useful.</a:t>
            </a:r>
            <a:endParaRPr/>
          </a:p>
          <a:p>
            <a:pPr indent="-285750" lvl="1" marL="742950" rtl="0" algn="l">
              <a:lnSpc>
                <a:spcPct val="80000"/>
              </a:lnSpc>
              <a:spcBef>
                <a:spcPts val="440"/>
              </a:spcBef>
              <a:spcAft>
                <a:spcPts val="0"/>
              </a:spcAft>
              <a:buSzPts val="1210"/>
              <a:buChar char="■"/>
            </a:pPr>
            <a:r>
              <a:rPr lang="en-US" sz="2200"/>
              <a:t>If multiple options for join condition are possible, choose one that uses a clustering index and avoid those that contain string comparisons.</a:t>
            </a:r>
            <a:endParaRPr/>
          </a:p>
          <a:p>
            <a:pPr indent="-285750" lvl="1" marL="742950" rtl="0" algn="l">
              <a:lnSpc>
                <a:spcPct val="80000"/>
              </a:lnSpc>
              <a:spcBef>
                <a:spcPts val="440"/>
              </a:spcBef>
              <a:spcAft>
                <a:spcPts val="0"/>
              </a:spcAft>
              <a:buSzPts val="1210"/>
              <a:buChar char="■"/>
            </a:pPr>
            <a:r>
              <a:rPr lang="en-US" sz="2200"/>
              <a:t>The order of tables in the FROM clause may affect the join processing.</a:t>
            </a:r>
            <a:endParaRPr/>
          </a:p>
          <a:p>
            <a:pPr indent="-285750" lvl="1" marL="742950" rtl="0" algn="l">
              <a:lnSpc>
                <a:spcPct val="80000"/>
              </a:lnSpc>
              <a:spcBef>
                <a:spcPts val="440"/>
              </a:spcBef>
              <a:spcAft>
                <a:spcPts val="0"/>
              </a:spcAft>
              <a:buSzPts val="1210"/>
              <a:buChar char="■"/>
            </a:pPr>
            <a:r>
              <a:rPr lang="en-US" sz="2200"/>
              <a:t>Some query optimizers perform worse on nested queries compared to their equivalent un-nested counterparts.</a:t>
            </a:r>
            <a:endParaRPr/>
          </a:p>
          <a:p>
            <a:pPr indent="-285750" lvl="1" marL="742950" rtl="0" algn="l">
              <a:lnSpc>
                <a:spcPct val="80000"/>
              </a:lnSpc>
              <a:spcBef>
                <a:spcPts val="440"/>
              </a:spcBef>
              <a:spcAft>
                <a:spcPts val="0"/>
              </a:spcAft>
              <a:buSzPts val="1210"/>
              <a:buChar char="■"/>
            </a:pPr>
            <a:r>
              <a:rPr lang="en-US" sz="2200"/>
              <a:t>Many applications are based on views that define the data of interest to those applications. Sometimes these views become an overkill.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2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25" name="Google Shape;625;p2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An Overview of Database Tuning in Relational Systems (10)</a:t>
            </a:r>
            <a:endParaRPr/>
          </a:p>
        </p:txBody>
      </p:sp>
      <p:sp>
        <p:nvSpPr>
          <p:cNvPr id="626" name="Google Shape;626;p2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SzPts val="1440"/>
              <a:buChar char="■"/>
            </a:pPr>
            <a:r>
              <a:rPr lang="en-US" sz="2400"/>
              <a:t>Additional Query Tuning Guidelines</a:t>
            </a:r>
            <a:endParaRPr/>
          </a:p>
          <a:p>
            <a:pPr indent="-285750" lvl="1" marL="742950" rtl="0" algn="l">
              <a:lnSpc>
                <a:spcPct val="80000"/>
              </a:lnSpc>
              <a:spcBef>
                <a:spcPts val="440"/>
              </a:spcBef>
              <a:spcAft>
                <a:spcPts val="0"/>
              </a:spcAft>
              <a:buSzPts val="1210"/>
              <a:buChar char="■"/>
            </a:pPr>
            <a:r>
              <a:rPr lang="en-US" sz="2200"/>
              <a:t>A query with multiple selection conditions that are connected via OR may not be prompting the query optimizer to use any index. Such a query may be split up and expressed as a union of queries, each with a condition on an attribute that causes an index to be used.</a:t>
            </a:r>
            <a:endParaRPr/>
          </a:p>
          <a:p>
            <a:pPr indent="-285750" lvl="1" marL="742950" rtl="0" algn="l">
              <a:lnSpc>
                <a:spcPct val="80000"/>
              </a:lnSpc>
              <a:spcBef>
                <a:spcPts val="440"/>
              </a:spcBef>
              <a:spcAft>
                <a:spcPts val="0"/>
              </a:spcAft>
              <a:buSzPts val="1210"/>
              <a:buChar char="■"/>
            </a:pPr>
            <a:r>
              <a:rPr lang="en-US" sz="2200"/>
              <a:t>Apply the following transformations</a:t>
            </a:r>
            <a:endParaRPr/>
          </a:p>
          <a:p>
            <a:pPr indent="-228600" lvl="2" marL="1143000" rtl="0" algn="l">
              <a:lnSpc>
                <a:spcPct val="80000"/>
              </a:lnSpc>
              <a:spcBef>
                <a:spcPts val="400"/>
              </a:spcBef>
              <a:spcAft>
                <a:spcPts val="0"/>
              </a:spcAft>
              <a:buSzPts val="1000"/>
              <a:buChar char="■"/>
            </a:pPr>
            <a:r>
              <a:rPr lang="en-US" sz="2000"/>
              <a:t>NOT  condition may be transformed into a positive expression.</a:t>
            </a:r>
            <a:endParaRPr/>
          </a:p>
          <a:p>
            <a:pPr indent="-228600" lvl="2" marL="1143000" rtl="0" algn="l">
              <a:lnSpc>
                <a:spcPct val="80000"/>
              </a:lnSpc>
              <a:spcBef>
                <a:spcPts val="400"/>
              </a:spcBef>
              <a:spcAft>
                <a:spcPts val="0"/>
              </a:spcAft>
              <a:buSzPts val="1000"/>
              <a:buChar char="■"/>
            </a:pPr>
            <a:r>
              <a:rPr lang="en-US" sz="2000"/>
              <a:t>Embedded SELECT blocks may be replaced by joins.</a:t>
            </a:r>
            <a:endParaRPr/>
          </a:p>
          <a:p>
            <a:pPr indent="-228600" lvl="2" marL="1143000" rtl="0" algn="l">
              <a:lnSpc>
                <a:spcPct val="80000"/>
              </a:lnSpc>
              <a:spcBef>
                <a:spcPts val="400"/>
              </a:spcBef>
              <a:spcAft>
                <a:spcPts val="0"/>
              </a:spcAft>
              <a:buSzPts val="1000"/>
              <a:buChar char="■"/>
            </a:pPr>
            <a:r>
              <a:rPr lang="en-US" sz="2000"/>
              <a:t>If an equality join is set up between two tables, the range predicate on the joining attribute set up in one table may be repeated for the other table</a:t>
            </a:r>
            <a:endParaRPr/>
          </a:p>
          <a:p>
            <a:pPr indent="-285750" lvl="1" marL="742950" rtl="0" algn="l">
              <a:lnSpc>
                <a:spcPct val="80000"/>
              </a:lnSpc>
              <a:spcBef>
                <a:spcPts val="440"/>
              </a:spcBef>
              <a:spcAft>
                <a:spcPts val="0"/>
              </a:spcAft>
              <a:buSzPts val="1210"/>
              <a:buChar char="■"/>
            </a:pPr>
            <a:r>
              <a:rPr lang="en-US" sz="2200"/>
              <a:t>WHERE conditions may be rewritten to utilize the indexes on multiple columns.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2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16-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33" name="Google Shape;633;p2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Summary</a:t>
            </a:r>
            <a:endParaRPr/>
          </a:p>
        </p:txBody>
      </p:sp>
      <p:sp>
        <p:nvSpPr>
          <p:cNvPr id="634" name="Google Shape;634;p2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Physical Database Design in Relational Databases </a:t>
            </a:r>
            <a:endParaRPr/>
          </a:p>
          <a:p>
            <a:pPr indent="-236220" lvl="0" marL="342900" rtl="0" algn="l">
              <a:spcBef>
                <a:spcPts val="560"/>
              </a:spcBef>
              <a:spcAft>
                <a:spcPts val="0"/>
              </a:spcAft>
              <a:buSzPts val="1680"/>
              <a:buNone/>
            </a:pPr>
            <a:r>
              <a:t/>
            </a:r>
            <a:endParaRPr/>
          </a:p>
          <a:p>
            <a:pPr indent="-342900" lvl="0" marL="342900" rtl="0" algn="l">
              <a:spcBef>
                <a:spcPts val="560"/>
              </a:spcBef>
              <a:spcAft>
                <a:spcPts val="0"/>
              </a:spcAft>
              <a:buSzPts val="1680"/>
              <a:buChar char="■"/>
            </a:pPr>
            <a:r>
              <a:rPr lang="en-US"/>
              <a:t>Database Tuning in Relational Systems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2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26.2 Temporal Database Concepts</a:t>
            </a:r>
            <a:endParaRPr/>
          </a:p>
        </p:txBody>
      </p:sp>
      <p:sp>
        <p:nvSpPr>
          <p:cNvPr id="640" name="Google Shape;640;p2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Temporal databases require some aspect of time when organizing information</a:t>
            </a:r>
            <a:endParaRPr/>
          </a:p>
          <a:p>
            <a:pPr indent="-285750" lvl="1" marL="742950" rtl="0" algn="l">
              <a:spcBef>
                <a:spcPts val="520"/>
              </a:spcBef>
              <a:spcAft>
                <a:spcPts val="0"/>
              </a:spcAft>
              <a:buSzPts val="1430"/>
              <a:buChar char="■"/>
            </a:pPr>
            <a:r>
              <a:rPr lang="en-US"/>
              <a:t>Healthcare</a:t>
            </a:r>
            <a:endParaRPr/>
          </a:p>
          <a:p>
            <a:pPr indent="-285750" lvl="1" marL="742950" rtl="0" algn="l">
              <a:spcBef>
                <a:spcPts val="520"/>
              </a:spcBef>
              <a:spcAft>
                <a:spcPts val="0"/>
              </a:spcAft>
              <a:buSzPts val="1430"/>
              <a:buChar char="■"/>
            </a:pPr>
            <a:r>
              <a:rPr lang="en-US"/>
              <a:t>Insurance</a:t>
            </a:r>
            <a:endParaRPr/>
          </a:p>
          <a:p>
            <a:pPr indent="-285750" lvl="1" marL="742950" rtl="0" algn="l">
              <a:spcBef>
                <a:spcPts val="520"/>
              </a:spcBef>
              <a:spcAft>
                <a:spcPts val="0"/>
              </a:spcAft>
              <a:buSzPts val="1430"/>
              <a:buChar char="■"/>
            </a:pPr>
            <a:r>
              <a:rPr lang="en-US"/>
              <a:t>Reservation systems</a:t>
            </a:r>
            <a:endParaRPr/>
          </a:p>
          <a:p>
            <a:pPr indent="-285750" lvl="1" marL="742950" rtl="0" algn="l">
              <a:spcBef>
                <a:spcPts val="520"/>
              </a:spcBef>
              <a:spcAft>
                <a:spcPts val="0"/>
              </a:spcAft>
              <a:buSzPts val="1430"/>
              <a:buChar char="■"/>
            </a:pPr>
            <a:r>
              <a:rPr lang="en-US"/>
              <a:t>Scientific databases</a:t>
            </a:r>
            <a:endParaRPr/>
          </a:p>
          <a:p>
            <a:pPr indent="-342900" lvl="0" marL="342900" rtl="0" algn="l">
              <a:spcBef>
                <a:spcPts val="560"/>
              </a:spcBef>
              <a:spcAft>
                <a:spcPts val="0"/>
              </a:spcAft>
              <a:buSzPts val="1680"/>
              <a:buChar char="■"/>
            </a:pPr>
            <a:r>
              <a:rPr lang="en-US"/>
              <a:t>Time considered as ordered sequence of points</a:t>
            </a:r>
            <a:endParaRPr/>
          </a:p>
          <a:p>
            <a:pPr indent="-285750" lvl="1" marL="742950" rtl="0" algn="l">
              <a:spcBef>
                <a:spcPts val="520"/>
              </a:spcBef>
              <a:spcAft>
                <a:spcPts val="0"/>
              </a:spcAft>
              <a:buSzPts val="1430"/>
              <a:buChar char="■"/>
            </a:pPr>
            <a:r>
              <a:rPr lang="en-US"/>
              <a:t>Granularity determined by the application</a:t>
            </a:r>
            <a:endParaRPr/>
          </a:p>
          <a:p>
            <a:pPr indent="-194944" lvl="1" marL="742950" rtl="0" algn="l">
              <a:spcBef>
                <a:spcPts val="520"/>
              </a:spcBef>
              <a:spcAft>
                <a:spcPts val="0"/>
              </a:spcAft>
              <a:buSzPts val="1430"/>
              <a:buNone/>
            </a:pPr>
            <a:r>
              <a:t/>
            </a:r>
            <a:endParaRPr/>
          </a:p>
        </p:txBody>
      </p:sp>
      <p:sp>
        <p:nvSpPr>
          <p:cNvPr id="641" name="Google Shape;641;p2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i="0" lang="en-US" sz="1400" u="none" cap="none" strike="noStrike">
                <a:solidFill>
                  <a:srgbClr val="990033"/>
                </a:solidFill>
                <a:latin typeface="Arial"/>
                <a:ea typeface="Arial"/>
                <a:cs typeface="Arial"/>
                <a:sym typeface="Arial"/>
              </a:rPr>
              <a:t>Slide 26- </a:t>
            </a:r>
            <a:fld id="{00000000-1234-1234-1234-123412341234}" type="slidenum">
              <a:rPr b="1" i="0" lang="en-US" sz="1400" u="none" cap="none" strike="noStrike">
                <a:solidFill>
                  <a:srgbClr val="990033"/>
                </a:solidFill>
                <a:latin typeface="Arial"/>
                <a:ea typeface="Arial"/>
                <a:cs typeface="Arial"/>
                <a:sym typeface="Arial"/>
              </a:rPr>
              <a:t>‹#›</a:t>
            </a:fld>
            <a:endParaRPr b="1" i="0" sz="1400" u="none" cap="none" strike="noStrike">
              <a:solidFill>
                <a:srgbClr val="99003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2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47" name="Google Shape;647;p2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Chronon</a:t>
            </a:r>
            <a:endParaRPr/>
          </a:p>
          <a:p>
            <a:pPr indent="-285750" lvl="1" marL="742950" rtl="0" algn="l">
              <a:spcBef>
                <a:spcPts val="520"/>
              </a:spcBef>
              <a:spcAft>
                <a:spcPts val="0"/>
              </a:spcAft>
              <a:buSzPts val="1430"/>
              <a:buChar char="■"/>
            </a:pPr>
            <a:r>
              <a:rPr lang="en-US"/>
              <a:t>Term used to describe minimal granularity of a particular application</a:t>
            </a:r>
            <a:endParaRPr/>
          </a:p>
          <a:p>
            <a:pPr indent="-342900" lvl="0" marL="342900" rtl="0" algn="l">
              <a:spcBef>
                <a:spcPts val="560"/>
              </a:spcBef>
              <a:spcAft>
                <a:spcPts val="0"/>
              </a:spcAft>
              <a:buSzPts val="1680"/>
              <a:buChar char="■"/>
            </a:pPr>
            <a:r>
              <a:rPr lang="en-US"/>
              <a:t>Reference point for measuring specific time events</a:t>
            </a:r>
            <a:endParaRPr/>
          </a:p>
          <a:p>
            <a:pPr indent="-285750" lvl="1" marL="742950" rtl="0" algn="l">
              <a:spcBef>
                <a:spcPts val="520"/>
              </a:spcBef>
              <a:spcAft>
                <a:spcPts val="0"/>
              </a:spcAft>
              <a:buSzPts val="1430"/>
              <a:buChar char="■"/>
            </a:pPr>
            <a:r>
              <a:rPr lang="en-US"/>
              <a:t>Various calendars</a:t>
            </a:r>
            <a:endParaRPr/>
          </a:p>
          <a:p>
            <a:pPr indent="-342900" lvl="0" marL="342900" rtl="0" algn="l">
              <a:spcBef>
                <a:spcPts val="560"/>
              </a:spcBef>
              <a:spcAft>
                <a:spcPts val="0"/>
              </a:spcAft>
              <a:buSzPts val="1680"/>
              <a:buChar char="■"/>
            </a:pPr>
            <a:r>
              <a:rPr lang="en-US"/>
              <a:t>SQL2 temporal data types</a:t>
            </a:r>
            <a:endParaRPr/>
          </a:p>
          <a:p>
            <a:pPr indent="-285750" lvl="1" marL="742950" rtl="0" algn="l">
              <a:spcBef>
                <a:spcPts val="520"/>
              </a:spcBef>
              <a:spcAft>
                <a:spcPts val="0"/>
              </a:spcAft>
              <a:buSzPts val="1430"/>
              <a:buChar char="■"/>
            </a:pPr>
            <a:r>
              <a:rPr lang="en-US"/>
              <a:t>DATE, TIME, TIMESTAMP, INTERVAL, PERIOD</a:t>
            </a:r>
            <a:endParaRPr/>
          </a:p>
          <a:p>
            <a:pPr indent="-194944" lvl="1" marL="742950" rtl="0" algn="l">
              <a:spcBef>
                <a:spcPts val="520"/>
              </a:spcBef>
              <a:spcAft>
                <a:spcPts val="0"/>
              </a:spcAft>
              <a:buSzPts val="1430"/>
              <a:buNone/>
            </a:pPr>
            <a:r>
              <a:t/>
            </a:r>
            <a:endParaRPr/>
          </a:p>
        </p:txBody>
      </p:sp>
      <p:sp>
        <p:nvSpPr>
          <p:cNvPr id="648" name="Google Shape;648;p2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i="0" lang="en-US" sz="1400" u="none" cap="none" strike="noStrike">
                <a:solidFill>
                  <a:srgbClr val="990033"/>
                </a:solidFill>
                <a:latin typeface="Arial"/>
                <a:ea typeface="Arial"/>
                <a:cs typeface="Arial"/>
                <a:sym typeface="Arial"/>
              </a:rPr>
              <a:t>Slide 26- </a:t>
            </a:r>
            <a:fld id="{00000000-1234-1234-1234-123412341234}" type="slidenum">
              <a:rPr b="1" i="0" lang="en-US" sz="1400" u="none" cap="none" strike="noStrike">
                <a:solidFill>
                  <a:srgbClr val="990033"/>
                </a:solidFill>
                <a:latin typeface="Arial"/>
                <a:ea typeface="Arial"/>
                <a:cs typeface="Arial"/>
                <a:sym typeface="Arial"/>
              </a:rPr>
              <a:t>‹#›</a:t>
            </a:fld>
            <a:endParaRPr b="1" i="0" sz="1400" u="none" cap="none" strike="noStrike">
              <a:solidFill>
                <a:srgbClr val="99003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2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54" name="Google Shape;654;p2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Point events or facts</a:t>
            </a:r>
            <a:endParaRPr/>
          </a:p>
          <a:p>
            <a:pPr indent="-285750" lvl="1" marL="742950" rtl="0" algn="l">
              <a:spcBef>
                <a:spcPts val="520"/>
              </a:spcBef>
              <a:spcAft>
                <a:spcPts val="0"/>
              </a:spcAft>
              <a:buSzPts val="1430"/>
              <a:buChar char="■"/>
            </a:pPr>
            <a:r>
              <a:rPr lang="en-US"/>
              <a:t>Typically associated with a single time point</a:t>
            </a:r>
            <a:endParaRPr/>
          </a:p>
          <a:p>
            <a:pPr indent="-285750" lvl="1" marL="742950" rtl="0" algn="l">
              <a:spcBef>
                <a:spcPts val="520"/>
              </a:spcBef>
              <a:spcAft>
                <a:spcPts val="0"/>
              </a:spcAft>
              <a:buSzPts val="1430"/>
              <a:buChar char="■"/>
            </a:pPr>
            <a:r>
              <a:rPr lang="en-US"/>
              <a:t>Time series data</a:t>
            </a:r>
            <a:endParaRPr/>
          </a:p>
          <a:p>
            <a:pPr indent="-342900" lvl="0" marL="342900" rtl="0" algn="l">
              <a:spcBef>
                <a:spcPts val="560"/>
              </a:spcBef>
              <a:spcAft>
                <a:spcPts val="0"/>
              </a:spcAft>
              <a:buSzPts val="1680"/>
              <a:buChar char="■"/>
            </a:pPr>
            <a:r>
              <a:rPr lang="en-US"/>
              <a:t>Duration events or facts</a:t>
            </a:r>
            <a:endParaRPr/>
          </a:p>
          <a:p>
            <a:pPr indent="-285750" lvl="1" marL="742950" rtl="0" algn="l">
              <a:spcBef>
                <a:spcPts val="520"/>
              </a:spcBef>
              <a:spcAft>
                <a:spcPts val="0"/>
              </a:spcAft>
              <a:buSzPts val="1430"/>
              <a:buChar char="■"/>
            </a:pPr>
            <a:r>
              <a:rPr lang="en-US"/>
              <a:t>Associated with specific time period</a:t>
            </a:r>
            <a:endParaRPr/>
          </a:p>
          <a:p>
            <a:pPr indent="-285750" lvl="1" marL="742950" rtl="0" algn="l">
              <a:spcBef>
                <a:spcPts val="520"/>
              </a:spcBef>
              <a:spcAft>
                <a:spcPts val="0"/>
              </a:spcAft>
              <a:buSzPts val="1430"/>
              <a:buChar char="■"/>
            </a:pPr>
            <a:r>
              <a:rPr lang="en-US"/>
              <a:t>Time period represented by start and end points</a:t>
            </a:r>
            <a:endParaRPr/>
          </a:p>
          <a:p>
            <a:pPr indent="-342900" lvl="0" marL="342900" rtl="0" algn="l">
              <a:spcBef>
                <a:spcPts val="560"/>
              </a:spcBef>
              <a:spcAft>
                <a:spcPts val="0"/>
              </a:spcAft>
              <a:buSzPts val="1680"/>
              <a:buChar char="■"/>
            </a:pPr>
            <a:r>
              <a:rPr lang="en-US"/>
              <a:t>Valid time</a:t>
            </a:r>
            <a:endParaRPr/>
          </a:p>
          <a:p>
            <a:pPr indent="-285750" lvl="1" marL="742950" rtl="0" algn="l">
              <a:spcBef>
                <a:spcPts val="520"/>
              </a:spcBef>
              <a:spcAft>
                <a:spcPts val="0"/>
              </a:spcAft>
              <a:buSzPts val="1430"/>
              <a:buChar char="■"/>
            </a:pPr>
            <a:r>
              <a:rPr lang="en-US"/>
              <a:t>True in the real world</a:t>
            </a:r>
            <a:endParaRPr/>
          </a:p>
          <a:p>
            <a:pPr indent="-194944" lvl="1" marL="742950" rtl="0" algn="l">
              <a:spcBef>
                <a:spcPts val="520"/>
              </a:spcBef>
              <a:spcAft>
                <a:spcPts val="0"/>
              </a:spcAft>
              <a:buSzPts val="1430"/>
              <a:buNone/>
            </a:pPr>
            <a:r>
              <a:t/>
            </a:r>
            <a:endParaRPr/>
          </a:p>
        </p:txBody>
      </p:sp>
      <p:sp>
        <p:nvSpPr>
          <p:cNvPr id="655" name="Google Shape;655;p2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i="0" lang="en-US" sz="1400" u="none" cap="none" strike="noStrike">
                <a:solidFill>
                  <a:srgbClr val="990033"/>
                </a:solidFill>
                <a:latin typeface="Arial"/>
                <a:ea typeface="Arial"/>
                <a:cs typeface="Arial"/>
                <a:sym typeface="Arial"/>
              </a:rPr>
              <a:t>Slide 26- </a:t>
            </a:r>
            <a:fld id="{00000000-1234-1234-1234-123412341234}" type="slidenum">
              <a:rPr b="1" i="0" lang="en-US" sz="1400" u="none" cap="none" strike="noStrike">
                <a:solidFill>
                  <a:srgbClr val="990033"/>
                </a:solidFill>
                <a:latin typeface="Arial"/>
                <a:ea typeface="Arial"/>
                <a:cs typeface="Arial"/>
                <a:sym typeface="Arial"/>
              </a:rPr>
              <a:t>‹#›</a:t>
            </a:fld>
            <a:endParaRPr b="1" i="0" sz="1400" u="none" cap="none" strike="noStrike">
              <a:solidFill>
                <a:srgbClr val="99003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2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61" name="Google Shape;661;p2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Transaction time</a:t>
            </a:r>
            <a:endParaRPr/>
          </a:p>
          <a:p>
            <a:pPr indent="-285750" lvl="1" marL="742950" rtl="0" algn="l">
              <a:spcBef>
                <a:spcPts val="520"/>
              </a:spcBef>
              <a:spcAft>
                <a:spcPts val="0"/>
              </a:spcAft>
              <a:buSzPts val="1430"/>
              <a:buChar char="■"/>
            </a:pPr>
            <a:r>
              <a:rPr lang="en-US"/>
              <a:t>Value of the system clock when information is valid in the system</a:t>
            </a:r>
            <a:endParaRPr/>
          </a:p>
          <a:p>
            <a:pPr indent="-342900" lvl="0" marL="342900" rtl="0" algn="l">
              <a:spcBef>
                <a:spcPts val="560"/>
              </a:spcBef>
              <a:spcAft>
                <a:spcPts val="0"/>
              </a:spcAft>
              <a:buSzPts val="1680"/>
              <a:buChar char="■"/>
            </a:pPr>
            <a:r>
              <a:rPr lang="en-US"/>
              <a:t>User-defined time</a:t>
            </a:r>
            <a:endParaRPr/>
          </a:p>
          <a:p>
            <a:pPr indent="-342900" lvl="0" marL="342900" rtl="0" algn="l">
              <a:spcBef>
                <a:spcPts val="560"/>
              </a:spcBef>
              <a:spcAft>
                <a:spcPts val="0"/>
              </a:spcAft>
              <a:buSzPts val="1680"/>
              <a:buChar char="■"/>
            </a:pPr>
            <a:r>
              <a:rPr lang="en-US"/>
              <a:t>Bitemporal database</a:t>
            </a:r>
            <a:endParaRPr/>
          </a:p>
          <a:p>
            <a:pPr indent="-285750" lvl="1" marL="742950" rtl="0" algn="l">
              <a:spcBef>
                <a:spcPts val="520"/>
              </a:spcBef>
              <a:spcAft>
                <a:spcPts val="0"/>
              </a:spcAft>
              <a:buSzPts val="1430"/>
              <a:buChar char="■"/>
            </a:pPr>
            <a:r>
              <a:rPr lang="en-US"/>
              <a:t>Uses valid time and transaction time</a:t>
            </a:r>
            <a:endParaRPr/>
          </a:p>
          <a:p>
            <a:pPr indent="-342900" lvl="0" marL="342900" rtl="0" algn="l">
              <a:spcBef>
                <a:spcPts val="560"/>
              </a:spcBef>
              <a:spcAft>
                <a:spcPts val="0"/>
              </a:spcAft>
              <a:buSzPts val="1680"/>
              <a:buChar char="■"/>
            </a:pPr>
            <a:r>
              <a:rPr lang="en-US"/>
              <a:t>Valid time relations</a:t>
            </a:r>
            <a:endParaRPr/>
          </a:p>
          <a:p>
            <a:pPr indent="-285750" lvl="1" marL="742950" rtl="0" algn="l">
              <a:spcBef>
                <a:spcPts val="520"/>
              </a:spcBef>
              <a:spcAft>
                <a:spcPts val="0"/>
              </a:spcAft>
              <a:buSzPts val="1430"/>
              <a:buChar char="■"/>
            </a:pPr>
            <a:r>
              <a:rPr lang="en-US"/>
              <a:t>Used to represent history of changes</a:t>
            </a:r>
            <a:endParaRPr/>
          </a:p>
          <a:p>
            <a:pPr indent="-194944" lvl="1" marL="742950" rtl="0" algn="l">
              <a:spcBef>
                <a:spcPts val="520"/>
              </a:spcBef>
              <a:spcAft>
                <a:spcPts val="0"/>
              </a:spcAft>
              <a:buSzPts val="1430"/>
              <a:buNone/>
            </a:pPr>
            <a:r>
              <a:t/>
            </a:r>
            <a:endParaRPr/>
          </a:p>
        </p:txBody>
      </p:sp>
      <p:sp>
        <p:nvSpPr>
          <p:cNvPr id="662" name="Google Shape;662;p2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i="0" lang="en-US" sz="1400" u="none" cap="none" strike="noStrike">
                <a:solidFill>
                  <a:srgbClr val="990033"/>
                </a:solidFill>
                <a:latin typeface="Arial"/>
                <a:ea typeface="Arial"/>
                <a:cs typeface="Arial"/>
                <a:sym typeface="Arial"/>
              </a:rPr>
              <a:t>Slide 26- </a:t>
            </a:r>
            <a:fld id="{00000000-1234-1234-1234-123412341234}" type="slidenum">
              <a:rPr b="1" i="0" lang="en-US" sz="1400" u="none" cap="none" strike="noStrike">
                <a:solidFill>
                  <a:srgbClr val="990033"/>
                </a:solidFill>
                <a:latin typeface="Arial"/>
                <a:ea typeface="Arial"/>
                <a:cs typeface="Arial"/>
                <a:sym typeface="Arial"/>
              </a:rPr>
              <a:t>‹#›</a:t>
            </a:fld>
            <a:endParaRPr b="1" i="0" sz="1400" u="none" cap="none" strike="noStrike">
              <a:solidFill>
                <a:srgbClr val="99003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2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68" name="Google Shape;668;p2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i="0" lang="en-US" sz="1400" u="none" cap="none" strike="noStrike">
                <a:solidFill>
                  <a:srgbClr val="990033"/>
                </a:solidFill>
                <a:latin typeface="Arial"/>
                <a:ea typeface="Arial"/>
                <a:cs typeface="Arial"/>
                <a:sym typeface="Arial"/>
              </a:rPr>
              <a:t>Slide 26- </a:t>
            </a:r>
            <a:fld id="{00000000-1234-1234-1234-123412341234}" type="slidenum">
              <a:rPr b="1" i="0" lang="en-US" sz="1400" u="none" cap="none" strike="noStrike">
                <a:solidFill>
                  <a:srgbClr val="990033"/>
                </a:solidFill>
                <a:latin typeface="Arial"/>
                <a:ea typeface="Arial"/>
                <a:cs typeface="Arial"/>
                <a:sym typeface="Arial"/>
              </a:rPr>
              <a:t>‹#›</a:t>
            </a:fld>
            <a:endParaRPr b="1" i="0" sz="1400" u="none" cap="none" strike="noStrike">
              <a:solidFill>
                <a:srgbClr val="990033"/>
              </a:solidFill>
              <a:latin typeface="Arial"/>
              <a:ea typeface="Arial"/>
              <a:cs typeface="Arial"/>
              <a:sym typeface="Arial"/>
            </a:endParaRPr>
          </a:p>
        </p:txBody>
      </p:sp>
      <p:sp>
        <p:nvSpPr>
          <p:cNvPr id="669" name="Google Shape;669;p26"/>
          <p:cNvSpPr txBox="1"/>
          <p:nvPr/>
        </p:nvSpPr>
        <p:spPr>
          <a:xfrm>
            <a:off x="2057400" y="5715001"/>
            <a:ext cx="8001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Figure 26.7 Different types of temporal relational databases (a) Valid time database schema (b) Transaction time database schema (c) Bitemporal database schema</a:t>
            </a:r>
            <a:endParaRPr/>
          </a:p>
        </p:txBody>
      </p:sp>
      <p:pic>
        <p:nvPicPr>
          <p:cNvPr id="670" name="Google Shape;670;p26"/>
          <p:cNvPicPr preferRelativeResize="0"/>
          <p:nvPr/>
        </p:nvPicPr>
        <p:blipFill rotWithShape="1">
          <a:blip r:embed="rId3">
            <a:alphaModFix/>
          </a:blip>
          <a:srcRect b="0" l="0" r="0" t="0"/>
          <a:stretch/>
        </p:blipFill>
        <p:spPr>
          <a:xfrm>
            <a:off x="2971801" y="1619873"/>
            <a:ext cx="5714999" cy="399072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2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76" name="Google Shape;676;p2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
        <p:nvSpPr>
          <p:cNvPr id="677" name="Google Shape;677;p27"/>
          <p:cNvSpPr txBox="1"/>
          <p:nvPr/>
        </p:nvSpPr>
        <p:spPr>
          <a:xfrm>
            <a:off x="2057400" y="5960096"/>
            <a:ext cx="8001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26.8 Some tuple versions in the valid time relations EMP_VT and DEPT_VT</a:t>
            </a:r>
            <a:endParaRPr/>
          </a:p>
        </p:txBody>
      </p:sp>
      <p:pic>
        <p:nvPicPr>
          <p:cNvPr id="678" name="Google Shape;678;p27"/>
          <p:cNvPicPr preferRelativeResize="0"/>
          <p:nvPr/>
        </p:nvPicPr>
        <p:blipFill rotWithShape="1">
          <a:blip r:embed="rId3">
            <a:alphaModFix/>
          </a:blip>
          <a:srcRect b="0" l="0" r="0" t="0"/>
          <a:stretch/>
        </p:blipFill>
        <p:spPr>
          <a:xfrm>
            <a:off x="2476500" y="1574025"/>
            <a:ext cx="7239000" cy="42767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2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84" name="Google Shape;684;p2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Types of updates</a:t>
            </a:r>
            <a:endParaRPr/>
          </a:p>
          <a:p>
            <a:pPr indent="-285750" lvl="1" marL="742950" rtl="0" algn="l">
              <a:spcBef>
                <a:spcPts val="520"/>
              </a:spcBef>
              <a:spcAft>
                <a:spcPts val="0"/>
              </a:spcAft>
              <a:buSzPts val="1430"/>
              <a:buChar char="■"/>
            </a:pPr>
            <a:r>
              <a:rPr lang="en-US"/>
              <a:t>Proactive</a:t>
            </a:r>
            <a:endParaRPr/>
          </a:p>
          <a:p>
            <a:pPr indent="-285750" lvl="1" marL="742950" rtl="0" algn="l">
              <a:spcBef>
                <a:spcPts val="520"/>
              </a:spcBef>
              <a:spcAft>
                <a:spcPts val="0"/>
              </a:spcAft>
              <a:buSzPts val="1430"/>
              <a:buChar char="■"/>
            </a:pPr>
            <a:r>
              <a:rPr lang="en-US"/>
              <a:t>Retroactive</a:t>
            </a:r>
            <a:endParaRPr/>
          </a:p>
          <a:p>
            <a:pPr indent="-285750" lvl="1" marL="742950" rtl="0" algn="l">
              <a:spcBef>
                <a:spcPts val="520"/>
              </a:spcBef>
              <a:spcAft>
                <a:spcPts val="0"/>
              </a:spcAft>
              <a:buSzPts val="1430"/>
              <a:buChar char="■"/>
            </a:pPr>
            <a:r>
              <a:rPr lang="en-US"/>
              <a:t>Simultaneous</a:t>
            </a:r>
            <a:endParaRPr/>
          </a:p>
          <a:p>
            <a:pPr indent="-342900" lvl="0" marL="342900" rtl="0" algn="l">
              <a:spcBef>
                <a:spcPts val="560"/>
              </a:spcBef>
              <a:spcAft>
                <a:spcPts val="0"/>
              </a:spcAft>
              <a:buSzPts val="1680"/>
              <a:buChar char="■"/>
            </a:pPr>
            <a:r>
              <a:rPr lang="en-US"/>
              <a:t>Timestamp recorded whenever change is applied to database</a:t>
            </a:r>
            <a:endParaRPr/>
          </a:p>
          <a:p>
            <a:pPr indent="-342900" lvl="0" marL="342900" rtl="0" algn="l">
              <a:spcBef>
                <a:spcPts val="560"/>
              </a:spcBef>
              <a:spcAft>
                <a:spcPts val="0"/>
              </a:spcAft>
              <a:buSzPts val="1680"/>
              <a:buChar char="■"/>
            </a:pPr>
            <a:r>
              <a:rPr lang="en-US"/>
              <a:t>Bitemporal relations</a:t>
            </a:r>
            <a:endParaRPr/>
          </a:p>
          <a:p>
            <a:pPr indent="-285750" lvl="1" marL="742950" rtl="0" algn="l">
              <a:spcBef>
                <a:spcPts val="520"/>
              </a:spcBef>
              <a:spcAft>
                <a:spcPts val="0"/>
              </a:spcAft>
              <a:buSzPts val="1430"/>
              <a:buChar char="■"/>
            </a:pPr>
            <a:r>
              <a:rPr lang="en-US"/>
              <a:t>Application requires both valid time and transaction time</a:t>
            </a:r>
            <a:endParaRPr/>
          </a:p>
          <a:p>
            <a:pPr indent="-194944" lvl="1" marL="742950" rtl="0" algn="l">
              <a:spcBef>
                <a:spcPts val="520"/>
              </a:spcBef>
              <a:spcAft>
                <a:spcPts val="0"/>
              </a:spcAft>
              <a:buSzPts val="1430"/>
              <a:buNone/>
            </a:pPr>
            <a:r>
              <a:t/>
            </a:r>
            <a:endParaRPr/>
          </a:p>
        </p:txBody>
      </p:sp>
      <p:sp>
        <p:nvSpPr>
          <p:cNvPr id="685" name="Google Shape;685;p2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2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91" name="Google Shape;691;p2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Implementation considerations</a:t>
            </a:r>
            <a:endParaRPr/>
          </a:p>
          <a:p>
            <a:pPr indent="-285750" lvl="1" marL="742950" rtl="0" algn="l">
              <a:spcBef>
                <a:spcPts val="520"/>
              </a:spcBef>
              <a:spcAft>
                <a:spcPts val="0"/>
              </a:spcAft>
              <a:buSzPts val="1430"/>
              <a:buChar char="■"/>
            </a:pPr>
            <a:r>
              <a:rPr lang="en-US"/>
              <a:t>Store all tuples in the same table</a:t>
            </a:r>
            <a:endParaRPr/>
          </a:p>
          <a:p>
            <a:pPr indent="-285750" lvl="1" marL="742950" rtl="0" algn="l">
              <a:spcBef>
                <a:spcPts val="520"/>
              </a:spcBef>
              <a:spcAft>
                <a:spcPts val="0"/>
              </a:spcAft>
              <a:buSzPts val="1430"/>
              <a:buChar char="■"/>
            </a:pPr>
            <a:r>
              <a:rPr lang="en-US"/>
              <a:t>Create two tables: one for currently valid information and one for the rest</a:t>
            </a:r>
            <a:endParaRPr/>
          </a:p>
          <a:p>
            <a:pPr indent="-285750" lvl="1" marL="742950" rtl="0" algn="l">
              <a:spcBef>
                <a:spcPts val="520"/>
              </a:spcBef>
              <a:spcAft>
                <a:spcPts val="0"/>
              </a:spcAft>
              <a:buSzPts val="1430"/>
              <a:buChar char="■"/>
            </a:pPr>
            <a:r>
              <a:rPr lang="en-US"/>
              <a:t>Vertically partition temporal relation attributes into separate relations</a:t>
            </a:r>
            <a:endParaRPr/>
          </a:p>
          <a:p>
            <a:pPr indent="-228600" lvl="2" marL="1143000" rtl="0" algn="l">
              <a:spcBef>
                <a:spcPts val="480"/>
              </a:spcBef>
              <a:spcAft>
                <a:spcPts val="0"/>
              </a:spcAft>
              <a:buSzPts val="1200"/>
              <a:buChar char="■"/>
            </a:pPr>
            <a:r>
              <a:rPr lang="en-US"/>
              <a:t>New tuple created whenever any attribute updated</a:t>
            </a:r>
            <a:endParaRPr/>
          </a:p>
          <a:p>
            <a:pPr indent="-342900" lvl="0" marL="342900" rtl="0" algn="l">
              <a:spcBef>
                <a:spcPts val="560"/>
              </a:spcBef>
              <a:spcAft>
                <a:spcPts val="0"/>
              </a:spcAft>
              <a:buSzPts val="1680"/>
              <a:buChar char="■"/>
            </a:pPr>
            <a:r>
              <a:rPr lang="en-US"/>
              <a:t>Append-only database</a:t>
            </a:r>
            <a:endParaRPr/>
          </a:p>
          <a:p>
            <a:pPr indent="-285750" lvl="1" marL="742950" rtl="0" algn="l">
              <a:spcBef>
                <a:spcPts val="520"/>
              </a:spcBef>
              <a:spcAft>
                <a:spcPts val="0"/>
              </a:spcAft>
              <a:buSzPts val="1430"/>
              <a:buChar char="■"/>
            </a:pPr>
            <a:r>
              <a:rPr lang="en-US"/>
              <a:t>Keeps complete record of changes and corrections</a:t>
            </a:r>
            <a:endParaRPr/>
          </a:p>
          <a:p>
            <a:pPr indent="-194944" lvl="1" marL="742950" rtl="0" algn="l">
              <a:spcBef>
                <a:spcPts val="520"/>
              </a:spcBef>
              <a:spcAft>
                <a:spcPts val="0"/>
              </a:spcAft>
              <a:buSzPts val="1430"/>
              <a:buNone/>
            </a:pPr>
            <a:r>
              <a:t/>
            </a:r>
            <a:endParaRPr/>
          </a:p>
        </p:txBody>
      </p:sp>
      <p:sp>
        <p:nvSpPr>
          <p:cNvPr id="692" name="Google Shape;692;p2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3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698" name="Google Shape;698;p3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Attribute versioning</a:t>
            </a:r>
            <a:endParaRPr/>
          </a:p>
          <a:p>
            <a:pPr indent="-285750" lvl="1" marL="742950" rtl="0" algn="l">
              <a:spcBef>
                <a:spcPts val="520"/>
              </a:spcBef>
              <a:spcAft>
                <a:spcPts val="0"/>
              </a:spcAft>
              <a:buSzPts val="1430"/>
              <a:buChar char="■"/>
            </a:pPr>
            <a:r>
              <a:rPr lang="en-US"/>
              <a:t>Simple complex object used to store all temporal changes of the object</a:t>
            </a:r>
            <a:endParaRPr/>
          </a:p>
          <a:p>
            <a:pPr indent="-285750" lvl="1" marL="742950" rtl="0" algn="l">
              <a:spcBef>
                <a:spcPts val="520"/>
              </a:spcBef>
              <a:spcAft>
                <a:spcPts val="0"/>
              </a:spcAft>
              <a:buSzPts val="1430"/>
              <a:buChar char="■"/>
            </a:pPr>
            <a:r>
              <a:rPr lang="en-US"/>
              <a:t>Time-varying attribute</a:t>
            </a:r>
            <a:endParaRPr/>
          </a:p>
          <a:p>
            <a:pPr indent="-228600" lvl="2" marL="1143000" rtl="0" algn="l">
              <a:spcBef>
                <a:spcPts val="480"/>
              </a:spcBef>
              <a:spcAft>
                <a:spcPts val="0"/>
              </a:spcAft>
              <a:buSzPts val="1200"/>
              <a:buChar char="■"/>
            </a:pPr>
            <a:r>
              <a:rPr lang="en-US"/>
              <a:t>Values versioned over time by adding temporal periods to the attribute</a:t>
            </a:r>
            <a:endParaRPr/>
          </a:p>
          <a:p>
            <a:pPr indent="-285750" lvl="1" marL="742950" rtl="0" algn="l">
              <a:spcBef>
                <a:spcPts val="520"/>
              </a:spcBef>
              <a:spcAft>
                <a:spcPts val="0"/>
              </a:spcAft>
              <a:buSzPts val="1430"/>
              <a:buChar char="■"/>
            </a:pPr>
            <a:r>
              <a:rPr lang="en-US"/>
              <a:t>Non-time-varying attribute</a:t>
            </a:r>
            <a:endParaRPr/>
          </a:p>
          <a:p>
            <a:pPr indent="-228600" lvl="2" marL="1143000" rtl="0" algn="l">
              <a:spcBef>
                <a:spcPts val="480"/>
              </a:spcBef>
              <a:spcAft>
                <a:spcPts val="0"/>
              </a:spcAft>
              <a:buSzPts val="1200"/>
              <a:buChar char="■"/>
            </a:pPr>
            <a:r>
              <a:rPr lang="en-US"/>
              <a:t>Values do not change over time</a:t>
            </a:r>
            <a:endParaRPr/>
          </a:p>
          <a:p>
            <a:pPr indent="-194944" lvl="1" marL="742950" rtl="0" algn="l">
              <a:spcBef>
                <a:spcPts val="520"/>
              </a:spcBef>
              <a:spcAft>
                <a:spcPts val="0"/>
              </a:spcAft>
              <a:buSzPts val="1430"/>
              <a:buNone/>
            </a:pPr>
            <a:r>
              <a:t/>
            </a:r>
            <a:endParaRPr/>
          </a:p>
        </p:txBody>
      </p:sp>
      <p:sp>
        <p:nvSpPr>
          <p:cNvPr id="699" name="Google Shape;699;p3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26- </a:t>
            </a:r>
            <a:fld id="{00000000-1234-1234-1234-123412341234}" type="slidenum">
              <a:rPr lang="en-US"/>
              <a:t>‹#›</a:t>
            </a:fld>
            <a:endParaRPr/>
          </a:p>
        </p:txBody>
      </p:sp>
      <p:pic>
        <p:nvPicPr>
          <p:cNvPr id="705" name="Google Shape;705;p31"/>
          <p:cNvPicPr preferRelativeResize="0"/>
          <p:nvPr/>
        </p:nvPicPr>
        <p:blipFill rotWithShape="1">
          <a:blip r:embed="rId3">
            <a:alphaModFix/>
          </a:blip>
          <a:srcRect b="0" l="0" r="0" t="0"/>
          <a:stretch/>
        </p:blipFill>
        <p:spPr>
          <a:xfrm>
            <a:off x="3557016" y="228601"/>
            <a:ext cx="4524542" cy="5655677"/>
          </a:xfrm>
          <a:prstGeom prst="rect">
            <a:avLst/>
          </a:prstGeom>
          <a:noFill/>
          <a:ln>
            <a:noFill/>
          </a:ln>
        </p:spPr>
      </p:pic>
      <p:sp>
        <p:nvSpPr>
          <p:cNvPr id="706" name="Google Shape;706;p31"/>
          <p:cNvSpPr txBox="1"/>
          <p:nvPr/>
        </p:nvSpPr>
        <p:spPr>
          <a:xfrm>
            <a:off x="2514600" y="5960097"/>
            <a:ext cx="7239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26.10 Possible ODL schema for a temporal valid time EMPLOYEE_VT object class using attribute versioning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3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712" name="Google Shape;712;p3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TSQL2 language</a:t>
            </a:r>
            <a:endParaRPr/>
          </a:p>
          <a:p>
            <a:pPr indent="-285750" lvl="1" marL="742950" rtl="0" algn="l">
              <a:spcBef>
                <a:spcPts val="520"/>
              </a:spcBef>
              <a:spcAft>
                <a:spcPts val="0"/>
              </a:spcAft>
              <a:buSzPts val="1430"/>
              <a:buChar char="■"/>
            </a:pPr>
            <a:r>
              <a:rPr lang="en-US"/>
              <a:t>Extends SQL for querying valid time and transaction time tables</a:t>
            </a:r>
            <a:endParaRPr/>
          </a:p>
          <a:p>
            <a:pPr indent="-285750" lvl="1" marL="742950" rtl="0" algn="l">
              <a:spcBef>
                <a:spcPts val="520"/>
              </a:spcBef>
              <a:spcAft>
                <a:spcPts val="0"/>
              </a:spcAft>
              <a:buSzPts val="1430"/>
              <a:buChar char="■"/>
            </a:pPr>
            <a:r>
              <a:rPr lang="en-US"/>
              <a:t>Used to specify whether a relation is temporal or nontemporal</a:t>
            </a:r>
            <a:endParaRPr/>
          </a:p>
          <a:p>
            <a:pPr indent="-342900" lvl="0" marL="342900" rtl="0" algn="l">
              <a:spcBef>
                <a:spcPts val="560"/>
              </a:spcBef>
              <a:spcAft>
                <a:spcPts val="0"/>
              </a:spcAft>
              <a:buSzPts val="1680"/>
              <a:buChar char="■"/>
            </a:pPr>
            <a:r>
              <a:rPr lang="en-US"/>
              <a:t>Temporal database query conditions may involve time and attributes</a:t>
            </a:r>
            <a:endParaRPr/>
          </a:p>
          <a:p>
            <a:pPr indent="-285750" lvl="1" marL="742950" rtl="0" algn="l">
              <a:spcBef>
                <a:spcPts val="520"/>
              </a:spcBef>
              <a:spcAft>
                <a:spcPts val="0"/>
              </a:spcAft>
              <a:buSzPts val="1430"/>
              <a:buChar char="■"/>
            </a:pPr>
            <a:r>
              <a:rPr lang="en-US"/>
              <a:t>Pure time condition involves only time</a:t>
            </a:r>
            <a:endParaRPr/>
          </a:p>
          <a:p>
            <a:pPr indent="-285750" lvl="1" marL="742950" rtl="0" algn="l">
              <a:spcBef>
                <a:spcPts val="520"/>
              </a:spcBef>
              <a:spcAft>
                <a:spcPts val="0"/>
              </a:spcAft>
              <a:buSzPts val="1430"/>
              <a:buChar char="■"/>
            </a:pPr>
            <a:r>
              <a:rPr lang="en-US"/>
              <a:t>Attribute and time conditions</a:t>
            </a:r>
            <a:endParaRPr/>
          </a:p>
          <a:p>
            <a:pPr indent="-194944" lvl="1" marL="742950" rtl="0" algn="l">
              <a:spcBef>
                <a:spcPts val="520"/>
              </a:spcBef>
              <a:spcAft>
                <a:spcPts val="0"/>
              </a:spcAft>
              <a:buSzPts val="1430"/>
              <a:buNone/>
            </a:pPr>
            <a:r>
              <a:t/>
            </a:r>
            <a:endParaRPr/>
          </a:p>
        </p:txBody>
      </p:sp>
      <p:sp>
        <p:nvSpPr>
          <p:cNvPr id="713" name="Google Shape;713;p3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3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719" name="Google Shape;719;p3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CREATE TABLE statement</a:t>
            </a:r>
            <a:endParaRPr/>
          </a:p>
          <a:p>
            <a:pPr indent="-285750" lvl="1" marL="742950" rtl="0" algn="l">
              <a:spcBef>
                <a:spcPts val="520"/>
              </a:spcBef>
              <a:spcAft>
                <a:spcPts val="0"/>
              </a:spcAft>
              <a:buSzPts val="1430"/>
              <a:buChar char="■"/>
            </a:pPr>
            <a:r>
              <a:rPr lang="en-US"/>
              <a:t>Extended with optional AS clause</a:t>
            </a:r>
            <a:endParaRPr/>
          </a:p>
          <a:p>
            <a:pPr indent="-285750" lvl="1" marL="742950" rtl="0" algn="l">
              <a:spcBef>
                <a:spcPts val="520"/>
              </a:spcBef>
              <a:spcAft>
                <a:spcPts val="0"/>
              </a:spcAft>
              <a:buSzPts val="1430"/>
              <a:buChar char="■"/>
            </a:pPr>
            <a:r>
              <a:rPr lang="en-US"/>
              <a:t>Allows users to declare different temporal options</a:t>
            </a:r>
            <a:endParaRPr/>
          </a:p>
          <a:p>
            <a:pPr indent="-285750" lvl="1" marL="742950" rtl="0" algn="l">
              <a:spcBef>
                <a:spcPts val="520"/>
              </a:spcBef>
              <a:spcAft>
                <a:spcPts val="0"/>
              </a:spcAft>
              <a:buSzPts val="1430"/>
              <a:buChar char="■"/>
            </a:pPr>
            <a:r>
              <a:rPr lang="en-US"/>
              <a:t>Examples:</a:t>
            </a:r>
            <a:endParaRPr/>
          </a:p>
          <a:p>
            <a:pPr indent="-228600" lvl="2" marL="1143000" rtl="0" algn="l">
              <a:spcBef>
                <a:spcPts val="480"/>
              </a:spcBef>
              <a:spcAft>
                <a:spcPts val="0"/>
              </a:spcAft>
              <a:buSzPts val="1200"/>
              <a:buChar char="■"/>
            </a:pPr>
            <a:r>
              <a:rPr lang="en-US"/>
              <a:t>AS VALID STATE&lt;GRANULARITY&gt; (valid time relation with valid time period)</a:t>
            </a:r>
            <a:endParaRPr/>
          </a:p>
          <a:p>
            <a:pPr indent="-228600" lvl="2" marL="1143000" rtl="0" algn="l">
              <a:spcBef>
                <a:spcPts val="480"/>
              </a:spcBef>
              <a:spcAft>
                <a:spcPts val="0"/>
              </a:spcAft>
              <a:buSzPts val="1200"/>
              <a:buChar char="■"/>
            </a:pPr>
            <a:r>
              <a:rPr lang="en-US"/>
              <a:t>AS TRANSACTION (transaction time relation with transaction time period)</a:t>
            </a:r>
            <a:endParaRPr/>
          </a:p>
          <a:p>
            <a:pPr indent="-342900" lvl="0" marL="342900" rtl="0" algn="l">
              <a:spcBef>
                <a:spcPts val="560"/>
              </a:spcBef>
              <a:spcAft>
                <a:spcPts val="0"/>
              </a:spcAft>
              <a:buSzPts val="1680"/>
              <a:buChar char="■"/>
            </a:pPr>
            <a:r>
              <a:rPr lang="en-US"/>
              <a:t>Keywords STATE and EVENT</a:t>
            </a:r>
            <a:endParaRPr/>
          </a:p>
          <a:p>
            <a:pPr indent="-285750" lvl="1" marL="742950" rtl="0" algn="l">
              <a:spcBef>
                <a:spcPts val="520"/>
              </a:spcBef>
              <a:spcAft>
                <a:spcPts val="0"/>
              </a:spcAft>
              <a:buSzPts val="1430"/>
              <a:buChar char="■"/>
            </a:pPr>
            <a:r>
              <a:rPr lang="en-US"/>
              <a:t>Specify whether a time period or point is associated with valid time dimension</a:t>
            </a:r>
            <a:endParaRPr/>
          </a:p>
          <a:p>
            <a:pPr indent="-194944" lvl="1" marL="742950" rtl="0" algn="l">
              <a:spcBef>
                <a:spcPts val="520"/>
              </a:spcBef>
              <a:spcAft>
                <a:spcPts val="0"/>
              </a:spcAft>
              <a:buSzPts val="1430"/>
              <a:buNone/>
            </a:pPr>
            <a:r>
              <a:t/>
            </a:r>
            <a:endParaRPr/>
          </a:p>
        </p:txBody>
      </p:sp>
      <p:sp>
        <p:nvSpPr>
          <p:cNvPr id="720" name="Google Shape;720;p3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3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Temporal Database Concepts (cont’d.)</a:t>
            </a:r>
            <a:endParaRPr/>
          </a:p>
        </p:txBody>
      </p:sp>
      <p:sp>
        <p:nvSpPr>
          <p:cNvPr id="726" name="Google Shape;726;p3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Time series data</a:t>
            </a:r>
            <a:endParaRPr/>
          </a:p>
          <a:p>
            <a:pPr indent="-285750" lvl="1" marL="742950" rtl="0" algn="l">
              <a:spcBef>
                <a:spcPts val="520"/>
              </a:spcBef>
              <a:spcAft>
                <a:spcPts val="0"/>
              </a:spcAft>
              <a:buSzPts val="1430"/>
              <a:buChar char="■"/>
            </a:pPr>
            <a:r>
              <a:rPr lang="en-US"/>
              <a:t>Often used in financial, sales, and economics applications</a:t>
            </a:r>
            <a:endParaRPr/>
          </a:p>
          <a:p>
            <a:pPr indent="-285750" lvl="1" marL="742950" rtl="0" algn="l">
              <a:spcBef>
                <a:spcPts val="520"/>
              </a:spcBef>
              <a:spcAft>
                <a:spcPts val="0"/>
              </a:spcAft>
              <a:buSzPts val="1430"/>
              <a:buChar char="■"/>
            </a:pPr>
            <a:r>
              <a:rPr lang="en-US"/>
              <a:t>Special type of valid event data</a:t>
            </a:r>
            <a:endParaRPr/>
          </a:p>
          <a:p>
            <a:pPr indent="-285750" lvl="1" marL="742950" rtl="0" algn="l">
              <a:spcBef>
                <a:spcPts val="520"/>
              </a:spcBef>
              <a:spcAft>
                <a:spcPts val="0"/>
              </a:spcAft>
              <a:buSzPts val="1430"/>
              <a:buChar char="■"/>
            </a:pPr>
            <a:r>
              <a:rPr lang="en-US"/>
              <a:t>Event’s time points predetermined according to fixed calendar</a:t>
            </a:r>
            <a:endParaRPr/>
          </a:p>
          <a:p>
            <a:pPr indent="-285750" lvl="1" marL="742950" rtl="0" algn="l">
              <a:spcBef>
                <a:spcPts val="520"/>
              </a:spcBef>
              <a:spcAft>
                <a:spcPts val="0"/>
              </a:spcAft>
              <a:buSzPts val="1430"/>
              <a:buChar char="■"/>
            </a:pPr>
            <a:r>
              <a:rPr lang="en-US"/>
              <a:t>Managed using specialized time series management systems</a:t>
            </a:r>
            <a:endParaRPr/>
          </a:p>
          <a:p>
            <a:pPr indent="-285750" lvl="1" marL="742950" rtl="0" algn="l">
              <a:spcBef>
                <a:spcPts val="520"/>
              </a:spcBef>
              <a:spcAft>
                <a:spcPts val="0"/>
              </a:spcAft>
              <a:buSzPts val="1430"/>
              <a:buChar char="■"/>
            </a:pPr>
            <a:r>
              <a:rPr lang="en-US"/>
              <a:t>Supported by some commercial DBMS packages</a:t>
            </a:r>
            <a:endParaRPr/>
          </a:p>
          <a:p>
            <a:pPr indent="-194944" lvl="1" marL="742950" rtl="0" algn="l">
              <a:spcBef>
                <a:spcPts val="520"/>
              </a:spcBef>
              <a:spcAft>
                <a:spcPts val="0"/>
              </a:spcAft>
              <a:buSzPts val="1430"/>
              <a:buNone/>
            </a:pPr>
            <a:r>
              <a:t/>
            </a:r>
            <a:endParaRPr/>
          </a:p>
        </p:txBody>
      </p:sp>
      <p:sp>
        <p:nvSpPr>
          <p:cNvPr id="727" name="Google Shape;727;p3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35"/>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Value of SDBMS</a:t>
            </a:r>
            <a:endParaRPr/>
          </a:p>
        </p:txBody>
      </p:sp>
      <p:sp>
        <p:nvSpPr>
          <p:cNvPr id="733" name="Google Shape;733;p35"/>
          <p:cNvSpPr txBox="1"/>
          <p:nvPr>
            <p:ph idx="1" type="body"/>
          </p:nvPr>
        </p:nvSpPr>
        <p:spPr>
          <a:xfrm>
            <a:off x="711200" y="1371600"/>
            <a:ext cx="106680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Font typeface="Tahoma"/>
              <a:buChar char="•"/>
            </a:pPr>
            <a:r>
              <a:rPr lang="en-US" sz="1800"/>
              <a:t>Traditional (non-spatial) database management systems provide:</a:t>
            </a:r>
            <a:endParaRPr/>
          </a:p>
          <a:p>
            <a:pPr indent="-285750" lvl="1" marL="742950" rtl="0" algn="l">
              <a:spcBef>
                <a:spcPts val="360"/>
              </a:spcBef>
              <a:spcAft>
                <a:spcPts val="0"/>
              </a:spcAft>
              <a:buClr>
                <a:schemeClr val="dk1"/>
              </a:buClr>
              <a:buSzPts val="1350"/>
              <a:buFont typeface="Tahoma"/>
              <a:buChar char="•"/>
            </a:pPr>
            <a:r>
              <a:rPr lang="en-US" sz="1800"/>
              <a:t>Persistence across failures</a:t>
            </a:r>
            <a:endParaRPr/>
          </a:p>
          <a:p>
            <a:pPr indent="-285750" lvl="1" marL="742950" rtl="0" algn="l">
              <a:spcBef>
                <a:spcPts val="360"/>
              </a:spcBef>
              <a:spcAft>
                <a:spcPts val="0"/>
              </a:spcAft>
              <a:buClr>
                <a:schemeClr val="dk1"/>
              </a:buClr>
              <a:buSzPts val="1350"/>
              <a:buFont typeface="Tahoma"/>
              <a:buChar char="•"/>
            </a:pPr>
            <a:r>
              <a:rPr lang="en-US" sz="1800"/>
              <a:t>Allows concurrent access to data</a:t>
            </a:r>
            <a:endParaRPr/>
          </a:p>
          <a:p>
            <a:pPr indent="-285750" lvl="1" marL="742950" rtl="0" algn="l">
              <a:spcBef>
                <a:spcPts val="360"/>
              </a:spcBef>
              <a:spcAft>
                <a:spcPts val="0"/>
              </a:spcAft>
              <a:buClr>
                <a:schemeClr val="dk1"/>
              </a:buClr>
              <a:buSzPts val="1350"/>
              <a:buFont typeface="Tahoma"/>
              <a:buChar char="•"/>
            </a:pPr>
            <a:r>
              <a:rPr lang="en-US" sz="1800"/>
              <a:t>Scalability to search queries on very large datasets which do not fit inside main memories of computers</a:t>
            </a:r>
            <a:endParaRPr/>
          </a:p>
          <a:p>
            <a:pPr indent="-285750" lvl="1" marL="742950" rtl="0" algn="l">
              <a:spcBef>
                <a:spcPts val="360"/>
              </a:spcBef>
              <a:spcAft>
                <a:spcPts val="0"/>
              </a:spcAft>
              <a:buClr>
                <a:schemeClr val="dk1"/>
              </a:buClr>
              <a:buSzPts val="1350"/>
              <a:buFont typeface="Tahoma"/>
              <a:buChar char="•"/>
            </a:pPr>
            <a:r>
              <a:rPr lang="en-US" sz="1800"/>
              <a:t>Efficient for non-spatial queries, but not for spatial queries</a:t>
            </a:r>
            <a:endParaRPr/>
          </a:p>
          <a:p>
            <a:pPr indent="-342900" lvl="0" marL="342900" rtl="0" algn="l">
              <a:spcBef>
                <a:spcPts val="400"/>
              </a:spcBef>
              <a:spcAft>
                <a:spcPts val="0"/>
              </a:spcAft>
              <a:buClr>
                <a:schemeClr val="dk1"/>
              </a:buClr>
              <a:buSzPts val="2000"/>
              <a:buFont typeface="Tahoma"/>
              <a:buChar char="•"/>
            </a:pPr>
            <a:r>
              <a:rPr lang="en-US" sz="2000"/>
              <a:t>Non-spatial queries:</a:t>
            </a:r>
            <a:endParaRPr/>
          </a:p>
          <a:p>
            <a:pPr indent="-285750" lvl="1" marL="742950" rtl="0" algn="l">
              <a:spcBef>
                <a:spcPts val="360"/>
              </a:spcBef>
              <a:spcAft>
                <a:spcPts val="0"/>
              </a:spcAft>
              <a:buClr>
                <a:schemeClr val="dk1"/>
              </a:buClr>
              <a:buSzPts val="1350"/>
              <a:buFont typeface="Tahoma"/>
              <a:buChar char="•"/>
            </a:pPr>
            <a:r>
              <a:rPr lang="en-US" sz="1800"/>
              <a:t>List the names of all bookstore with more than ten thousand titles.</a:t>
            </a:r>
            <a:endParaRPr/>
          </a:p>
          <a:p>
            <a:pPr indent="-285750" lvl="1" marL="742950" rtl="0" algn="l">
              <a:spcBef>
                <a:spcPts val="360"/>
              </a:spcBef>
              <a:spcAft>
                <a:spcPts val="0"/>
              </a:spcAft>
              <a:buClr>
                <a:schemeClr val="dk1"/>
              </a:buClr>
              <a:buSzPts val="1350"/>
              <a:buFont typeface="Tahoma"/>
              <a:buChar char="•"/>
            </a:pPr>
            <a:r>
              <a:rPr lang="en-US" sz="1800"/>
              <a:t>List the names of ten customers, in terms of sales, in the year 2001</a:t>
            </a:r>
            <a:endParaRPr/>
          </a:p>
          <a:p>
            <a:pPr indent="-342900" lvl="0" marL="342900" rtl="0" algn="l">
              <a:spcBef>
                <a:spcPts val="400"/>
              </a:spcBef>
              <a:spcAft>
                <a:spcPts val="0"/>
              </a:spcAft>
              <a:buClr>
                <a:schemeClr val="dk1"/>
              </a:buClr>
              <a:buSzPts val="2000"/>
              <a:buFont typeface="Tahoma"/>
              <a:buChar char="•"/>
            </a:pPr>
            <a:r>
              <a:rPr lang="en-US" sz="2000"/>
              <a:t>Spatial Queries:</a:t>
            </a:r>
            <a:endParaRPr/>
          </a:p>
          <a:p>
            <a:pPr indent="-285750" lvl="1" marL="742950" rtl="0" algn="l">
              <a:spcBef>
                <a:spcPts val="360"/>
              </a:spcBef>
              <a:spcAft>
                <a:spcPts val="0"/>
              </a:spcAft>
              <a:buClr>
                <a:schemeClr val="dk1"/>
              </a:buClr>
              <a:buSzPts val="1350"/>
              <a:buFont typeface="Tahoma"/>
              <a:buChar char="•"/>
            </a:pPr>
            <a:r>
              <a:rPr lang="en-US" sz="1800"/>
              <a:t>List the names of all bookstores with ten miles of Minneapolis</a:t>
            </a:r>
            <a:endParaRPr sz="2000"/>
          </a:p>
          <a:p>
            <a:pPr indent="-285750" lvl="1" marL="742950" rtl="0" algn="l">
              <a:spcBef>
                <a:spcPts val="360"/>
              </a:spcBef>
              <a:spcAft>
                <a:spcPts val="0"/>
              </a:spcAft>
              <a:buClr>
                <a:schemeClr val="dk1"/>
              </a:buClr>
              <a:buSzPts val="1350"/>
              <a:buFont typeface="Tahoma"/>
              <a:buChar char="•"/>
            </a:pPr>
            <a:r>
              <a:rPr lang="en-US" sz="1800"/>
              <a:t>List all  customers who live in Tennessee and its adjoining states</a:t>
            </a:r>
            <a:endParaRPr/>
          </a:p>
          <a:p>
            <a:pPr indent="-342900" lvl="0" marL="342900" rtl="0" algn="l">
              <a:spcBef>
                <a:spcPts val="360"/>
              </a:spcBef>
              <a:spcAft>
                <a:spcPts val="0"/>
              </a:spcAft>
              <a:buClr>
                <a:schemeClr val="dk1"/>
              </a:buClr>
              <a:buSzPts val="1800"/>
              <a:buFont typeface="Tahoma"/>
              <a:buNone/>
            </a:pPr>
            <a:r>
              <a:t/>
            </a:r>
            <a:endParaRPr sz="1800"/>
          </a:p>
          <a:p>
            <a:pPr indent="-190500" lvl="1" marL="742950" rtl="0" algn="l">
              <a:spcBef>
                <a:spcPts val="400"/>
              </a:spcBef>
              <a:spcAft>
                <a:spcPts val="0"/>
              </a:spcAft>
              <a:buClr>
                <a:schemeClr val="dk1"/>
              </a:buClr>
              <a:buSzPts val="1500"/>
              <a:buFont typeface="Tahoma"/>
              <a:buNone/>
            </a:pPr>
            <a:r>
              <a:t/>
            </a: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36"/>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Value of SDBMS – Spatial Data Examples </a:t>
            </a:r>
            <a:endParaRPr/>
          </a:p>
        </p:txBody>
      </p:sp>
      <p:sp>
        <p:nvSpPr>
          <p:cNvPr id="739" name="Google Shape;739;p36"/>
          <p:cNvSpPr txBox="1"/>
          <p:nvPr>
            <p:ph idx="1" type="body"/>
          </p:nvPr>
        </p:nvSpPr>
        <p:spPr>
          <a:xfrm>
            <a:off x="711200" y="1371600"/>
            <a:ext cx="106680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Tahoma"/>
              <a:buChar char="•"/>
            </a:pPr>
            <a:r>
              <a:rPr lang="en-US" sz="2000"/>
              <a:t>Examples of non-spatial data</a:t>
            </a:r>
            <a:endParaRPr/>
          </a:p>
          <a:p>
            <a:pPr indent="-285750" lvl="1" marL="742950" rtl="0" algn="l">
              <a:spcBef>
                <a:spcPts val="400"/>
              </a:spcBef>
              <a:spcAft>
                <a:spcPts val="0"/>
              </a:spcAft>
              <a:buClr>
                <a:schemeClr val="dk1"/>
              </a:buClr>
              <a:buSzPts val="1500"/>
              <a:buFont typeface="Tahoma"/>
              <a:buChar char="•"/>
            </a:pPr>
            <a:r>
              <a:rPr lang="en-US" sz="2000"/>
              <a:t>Names, phone numbers, email addresses of people</a:t>
            </a:r>
            <a:endParaRPr/>
          </a:p>
          <a:p>
            <a:pPr indent="-342900" lvl="0" marL="342900" rtl="0" algn="l">
              <a:spcBef>
                <a:spcPts val="400"/>
              </a:spcBef>
              <a:spcAft>
                <a:spcPts val="0"/>
              </a:spcAft>
              <a:buClr>
                <a:schemeClr val="dk1"/>
              </a:buClr>
              <a:buSzPts val="2000"/>
              <a:buFont typeface="Tahoma"/>
              <a:buChar char="•"/>
            </a:pPr>
            <a:r>
              <a:rPr lang="en-US" sz="2000"/>
              <a:t>Examples of Spatial data</a:t>
            </a:r>
            <a:endParaRPr/>
          </a:p>
          <a:p>
            <a:pPr indent="-285750" lvl="1" marL="742950" rtl="0" algn="l">
              <a:spcBef>
                <a:spcPts val="400"/>
              </a:spcBef>
              <a:spcAft>
                <a:spcPts val="0"/>
              </a:spcAft>
              <a:buClr>
                <a:schemeClr val="dk1"/>
              </a:buClr>
              <a:buSzPts val="1500"/>
              <a:buFont typeface="Tahoma"/>
              <a:buChar char="•"/>
            </a:pPr>
            <a:r>
              <a:rPr lang="en-US" sz="2000"/>
              <a:t>Census Data</a:t>
            </a:r>
            <a:endParaRPr/>
          </a:p>
          <a:p>
            <a:pPr indent="-285750" lvl="1" marL="742950" rtl="0" algn="l">
              <a:spcBef>
                <a:spcPts val="400"/>
              </a:spcBef>
              <a:spcAft>
                <a:spcPts val="0"/>
              </a:spcAft>
              <a:buClr>
                <a:schemeClr val="dk1"/>
              </a:buClr>
              <a:buSzPts val="1500"/>
              <a:buFont typeface="Tahoma"/>
              <a:buChar char="•"/>
            </a:pPr>
            <a:r>
              <a:rPr lang="en-US" sz="2000"/>
              <a:t>NASA satellites imagery - terabytes of data per day</a:t>
            </a:r>
            <a:endParaRPr/>
          </a:p>
          <a:p>
            <a:pPr indent="-285750" lvl="1" marL="742950" rtl="0" algn="l">
              <a:spcBef>
                <a:spcPts val="400"/>
              </a:spcBef>
              <a:spcAft>
                <a:spcPts val="0"/>
              </a:spcAft>
              <a:buClr>
                <a:schemeClr val="dk1"/>
              </a:buClr>
              <a:buSzPts val="1500"/>
              <a:buFont typeface="Tahoma"/>
              <a:buChar char="•"/>
            </a:pPr>
            <a:r>
              <a:rPr lang="en-US" sz="2000"/>
              <a:t>Weather and Climate Data</a:t>
            </a:r>
            <a:endParaRPr/>
          </a:p>
          <a:p>
            <a:pPr indent="-285750" lvl="1" marL="742950" rtl="0" algn="l">
              <a:spcBef>
                <a:spcPts val="400"/>
              </a:spcBef>
              <a:spcAft>
                <a:spcPts val="0"/>
              </a:spcAft>
              <a:buClr>
                <a:schemeClr val="dk1"/>
              </a:buClr>
              <a:buSzPts val="1500"/>
              <a:buFont typeface="Tahoma"/>
              <a:buChar char="•"/>
            </a:pPr>
            <a:r>
              <a:rPr lang="en-US" sz="2000"/>
              <a:t>Rivers, Farms,  ecological impact</a:t>
            </a:r>
            <a:endParaRPr/>
          </a:p>
          <a:p>
            <a:pPr indent="-285750" lvl="1" marL="742950" rtl="0" algn="l">
              <a:spcBef>
                <a:spcPts val="400"/>
              </a:spcBef>
              <a:spcAft>
                <a:spcPts val="0"/>
              </a:spcAft>
              <a:buClr>
                <a:schemeClr val="dk1"/>
              </a:buClr>
              <a:buSzPts val="1500"/>
              <a:buFont typeface="Tahoma"/>
              <a:buChar char="•"/>
            </a:pPr>
            <a:r>
              <a:rPr lang="en-US" sz="2000"/>
              <a:t>Medical  Imaging</a:t>
            </a:r>
            <a:endParaRPr/>
          </a:p>
          <a:p>
            <a:pPr indent="-342900" lvl="0" marL="342900" rtl="0" algn="l">
              <a:spcBef>
                <a:spcPts val="400"/>
              </a:spcBef>
              <a:spcAft>
                <a:spcPts val="0"/>
              </a:spcAft>
              <a:buClr>
                <a:schemeClr val="dk1"/>
              </a:buClr>
              <a:buSzPts val="2000"/>
              <a:buFont typeface="Tahoma"/>
              <a:buChar char="•"/>
            </a:pPr>
            <a:r>
              <a:rPr lang="en-US" sz="2000"/>
              <a:t>Exercise: Identify spatial and non-spatial data items in</a:t>
            </a:r>
            <a:endParaRPr/>
          </a:p>
          <a:p>
            <a:pPr indent="-285750" lvl="1" marL="742950" rtl="0" algn="l">
              <a:spcBef>
                <a:spcPts val="400"/>
              </a:spcBef>
              <a:spcAft>
                <a:spcPts val="0"/>
              </a:spcAft>
              <a:buClr>
                <a:schemeClr val="dk1"/>
              </a:buClr>
              <a:buSzPts val="1500"/>
              <a:buFont typeface="Tahoma"/>
              <a:buChar char="•"/>
            </a:pPr>
            <a:r>
              <a:rPr lang="en-US" sz="2000"/>
              <a:t>A phone book </a:t>
            </a:r>
            <a:endParaRPr/>
          </a:p>
          <a:p>
            <a:pPr indent="-285750" lvl="1" marL="742950" rtl="0" algn="l">
              <a:spcBef>
                <a:spcPts val="400"/>
              </a:spcBef>
              <a:spcAft>
                <a:spcPts val="0"/>
              </a:spcAft>
              <a:buClr>
                <a:schemeClr val="dk1"/>
              </a:buClr>
              <a:buSzPts val="1500"/>
              <a:buFont typeface="Tahoma"/>
              <a:buChar char="•"/>
            </a:pPr>
            <a:r>
              <a:rPr lang="en-US" sz="2000"/>
              <a:t>A cookbook with recipes</a:t>
            </a:r>
            <a:endParaRPr/>
          </a:p>
          <a:p>
            <a:pPr indent="-171450" lvl="1" marL="742950" rtl="0" algn="l">
              <a:spcBef>
                <a:spcPts val="480"/>
              </a:spcBef>
              <a:spcAft>
                <a:spcPts val="0"/>
              </a:spcAft>
              <a:buClr>
                <a:schemeClr val="dk1"/>
              </a:buClr>
              <a:buSzPts val="1800"/>
              <a:buFont typeface="Tahoma"/>
              <a:buNone/>
            </a:pPr>
            <a:r>
              <a:t/>
            </a:r>
            <a:endParaRPr/>
          </a:p>
          <a:p>
            <a:pPr indent="-171450" lvl="1" marL="742950" rtl="0" algn="l">
              <a:spcBef>
                <a:spcPts val="480"/>
              </a:spcBef>
              <a:spcAft>
                <a:spcPts val="0"/>
              </a:spcAft>
              <a:buClr>
                <a:schemeClr val="dk1"/>
              </a:buClr>
              <a:buSzPts val="1800"/>
              <a:buFont typeface="Tahoma"/>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37"/>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Value of SDBMS – Users, Application Domains</a:t>
            </a:r>
            <a:endParaRPr/>
          </a:p>
        </p:txBody>
      </p:sp>
      <p:sp>
        <p:nvSpPr>
          <p:cNvPr id="745" name="Google Shape;745;p37"/>
          <p:cNvSpPr txBox="1"/>
          <p:nvPr>
            <p:ph idx="1" type="body"/>
          </p:nvPr>
        </p:nvSpPr>
        <p:spPr>
          <a:xfrm>
            <a:off x="711200" y="1371600"/>
            <a:ext cx="106680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ahoma"/>
              <a:buChar char="•"/>
            </a:pPr>
            <a:r>
              <a:rPr lang="en-US" sz="2000"/>
              <a:t>Many important application domains have spatial data and queries. Some Examples follow:</a:t>
            </a:r>
            <a:endParaRPr/>
          </a:p>
          <a:p>
            <a:pPr indent="-285750" lvl="1" marL="742950" rtl="0" algn="l">
              <a:lnSpc>
                <a:spcPct val="90000"/>
              </a:lnSpc>
              <a:spcBef>
                <a:spcPts val="400"/>
              </a:spcBef>
              <a:spcAft>
                <a:spcPts val="0"/>
              </a:spcAft>
              <a:buClr>
                <a:schemeClr val="dk1"/>
              </a:buClr>
              <a:buSzPts val="1500"/>
              <a:buFont typeface="Tahoma"/>
              <a:buChar char="•"/>
            </a:pPr>
            <a:r>
              <a:rPr b="1" lang="en-US" sz="2000"/>
              <a:t>Army Field Commander</a:t>
            </a:r>
            <a:r>
              <a:rPr lang="en-US" sz="2000"/>
              <a:t>: Has there been any significant enemy troop movement since last night?</a:t>
            </a:r>
            <a:endParaRPr/>
          </a:p>
          <a:p>
            <a:pPr indent="-285750" lvl="1" marL="742950" rtl="0" algn="l">
              <a:lnSpc>
                <a:spcPct val="90000"/>
              </a:lnSpc>
              <a:spcBef>
                <a:spcPts val="400"/>
              </a:spcBef>
              <a:spcAft>
                <a:spcPts val="0"/>
              </a:spcAft>
              <a:buClr>
                <a:schemeClr val="dk1"/>
              </a:buClr>
              <a:buSzPts val="1500"/>
              <a:buFont typeface="Tahoma"/>
              <a:buChar char="•"/>
            </a:pPr>
            <a:r>
              <a:rPr b="1" lang="en-US" sz="2000"/>
              <a:t>Insurance Risk Manager</a:t>
            </a:r>
            <a:r>
              <a:rPr lang="en-US" sz="2000"/>
              <a:t>: Which homes are most likely to be affected in the next great flood on the Mississippi?</a:t>
            </a:r>
            <a:endParaRPr/>
          </a:p>
          <a:p>
            <a:pPr indent="-285750" lvl="1" marL="742950" rtl="0" algn="l">
              <a:lnSpc>
                <a:spcPct val="90000"/>
              </a:lnSpc>
              <a:spcBef>
                <a:spcPts val="400"/>
              </a:spcBef>
              <a:spcAft>
                <a:spcPts val="0"/>
              </a:spcAft>
              <a:buClr>
                <a:schemeClr val="dk1"/>
              </a:buClr>
              <a:buSzPts val="1500"/>
              <a:buFont typeface="Tahoma"/>
              <a:buChar char="•"/>
            </a:pPr>
            <a:r>
              <a:rPr b="1" lang="en-US" sz="2000"/>
              <a:t>Medical Doctor</a:t>
            </a:r>
            <a:r>
              <a:rPr lang="en-US" sz="2000"/>
              <a:t>: Based on this patient's  MRI,  have we treated somebody with a similar condition ?</a:t>
            </a:r>
            <a:endParaRPr/>
          </a:p>
          <a:p>
            <a:pPr indent="-285750" lvl="1" marL="742950" rtl="0" algn="l">
              <a:lnSpc>
                <a:spcPct val="90000"/>
              </a:lnSpc>
              <a:spcBef>
                <a:spcPts val="400"/>
              </a:spcBef>
              <a:spcAft>
                <a:spcPts val="0"/>
              </a:spcAft>
              <a:buClr>
                <a:schemeClr val="dk1"/>
              </a:buClr>
              <a:buSzPts val="1500"/>
              <a:buFont typeface="Tahoma"/>
              <a:buChar char="•"/>
            </a:pPr>
            <a:r>
              <a:rPr b="1" lang="en-US" sz="2000"/>
              <a:t>Molecular Biologist</a:t>
            </a:r>
            <a:r>
              <a:rPr lang="en-US" sz="2000"/>
              <a:t>:Is the topology of the amino acid biosynthesis gene in the genome found in any other sequence feature map in the database ?</a:t>
            </a:r>
            <a:endParaRPr b="1" sz="2000"/>
          </a:p>
          <a:p>
            <a:pPr indent="-285750" lvl="1" marL="742950" rtl="0" algn="l">
              <a:lnSpc>
                <a:spcPct val="90000"/>
              </a:lnSpc>
              <a:spcBef>
                <a:spcPts val="400"/>
              </a:spcBef>
              <a:spcAft>
                <a:spcPts val="0"/>
              </a:spcAft>
              <a:buClr>
                <a:schemeClr val="dk1"/>
              </a:buClr>
              <a:buSzPts val="1500"/>
              <a:buFont typeface="Tahoma"/>
              <a:buChar char="•"/>
            </a:pPr>
            <a:r>
              <a:rPr b="1" lang="en-US" sz="2000"/>
              <a:t>Astronomer</a:t>
            </a:r>
            <a:r>
              <a:rPr lang="en-US" sz="2000"/>
              <a:t>:Find all blue galaxies within 2 arcmin of quasars. </a:t>
            </a:r>
            <a:endParaRPr/>
          </a:p>
          <a:p>
            <a:pPr indent="-215900" lvl="0" marL="342900" rtl="0" algn="l">
              <a:lnSpc>
                <a:spcPct val="90000"/>
              </a:lnSpc>
              <a:spcBef>
                <a:spcPts val="400"/>
              </a:spcBef>
              <a:spcAft>
                <a:spcPts val="0"/>
              </a:spcAft>
              <a:buClr>
                <a:schemeClr val="dk1"/>
              </a:buClr>
              <a:buSzPts val="2000"/>
              <a:buFont typeface="Tahoma"/>
              <a:buNone/>
            </a:pPr>
            <a:r>
              <a:t/>
            </a:r>
            <a:endParaRPr sz="2000"/>
          </a:p>
          <a:p>
            <a:pPr indent="-342900" lvl="0" marL="342900" rtl="0" algn="l">
              <a:lnSpc>
                <a:spcPct val="90000"/>
              </a:lnSpc>
              <a:spcBef>
                <a:spcPts val="400"/>
              </a:spcBef>
              <a:spcAft>
                <a:spcPts val="0"/>
              </a:spcAft>
              <a:buClr>
                <a:schemeClr val="dk1"/>
              </a:buClr>
              <a:buSzPts val="2000"/>
              <a:buFont typeface="Tahoma"/>
              <a:buChar char="•"/>
            </a:pPr>
            <a:r>
              <a:rPr lang="en-US" sz="2000"/>
              <a:t>Exercise: List two ways you have used spatial data. Which software did you use to manipulate spatial data?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38"/>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What is a SDBMS ?</a:t>
            </a:r>
            <a:endParaRPr/>
          </a:p>
        </p:txBody>
      </p:sp>
      <p:sp>
        <p:nvSpPr>
          <p:cNvPr id="751" name="Google Shape;751;p38"/>
          <p:cNvSpPr txBox="1"/>
          <p:nvPr>
            <p:ph idx="1" type="body"/>
          </p:nvPr>
        </p:nvSpPr>
        <p:spPr>
          <a:xfrm>
            <a:off x="2057400" y="1371600"/>
            <a:ext cx="8229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Tahoma"/>
              <a:buChar char="•"/>
            </a:pPr>
            <a:r>
              <a:rPr lang="en-US" sz="2000"/>
              <a:t>A SDBMS is a software module that</a:t>
            </a:r>
            <a:endParaRPr/>
          </a:p>
          <a:p>
            <a:pPr indent="-285750" lvl="1" marL="742950" rtl="0" algn="l">
              <a:spcBef>
                <a:spcPts val="400"/>
              </a:spcBef>
              <a:spcAft>
                <a:spcPts val="0"/>
              </a:spcAft>
              <a:buClr>
                <a:schemeClr val="dk1"/>
              </a:buClr>
              <a:buSzPts val="1500"/>
              <a:buFont typeface="Tahoma"/>
              <a:buChar char="•"/>
            </a:pPr>
            <a:r>
              <a:rPr lang="en-US" sz="2000"/>
              <a:t>can work with an underlying DBMS</a:t>
            </a:r>
            <a:endParaRPr/>
          </a:p>
          <a:p>
            <a:pPr indent="-285750" lvl="1" marL="742950" rtl="0" algn="l">
              <a:spcBef>
                <a:spcPts val="400"/>
              </a:spcBef>
              <a:spcAft>
                <a:spcPts val="0"/>
              </a:spcAft>
              <a:buClr>
                <a:schemeClr val="dk1"/>
              </a:buClr>
              <a:buSzPts val="1500"/>
              <a:buFont typeface="Tahoma"/>
              <a:buChar char="•"/>
            </a:pPr>
            <a:r>
              <a:rPr lang="en-US" sz="2000"/>
              <a:t>supports spatial data models, spatial abstract data types (ADTs) and a query language from which these ADTs are callable</a:t>
            </a:r>
            <a:endParaRPr/>
          </a:p>
          <a:p>
            <a:pPr indent="-285750" lvl="1" marL="742950" rtl="0" algn="l">
              <a:spcBef>
                <a:spcPts val="400"/>
              </a:spcBef>
              <a:spcAft>
                <a:spcPts val="0"/>
              </a:spcAft>
              <a:buClr>
                <a:schemeClr val="dk1"/>
              </a:buClr>
              <a:buSzPts val="1500"/>
              <a:buFont typeface="Tahoma"/>
              <a:buChar char="•"/>
            </a:pPr>
            <a:r>
              <a:rPr lang="en-US" sz="2000"/>
              <a:t>supports spatial indexing, efficient algorithms for processing spatial operations, and domain specific rules for query optimization</a:t>
            </a:r>
            <a:endParaRPr/>
          </a:p>
          <a:p>
            <a:pPr indent="-342900" lvl="0" marL="342900" rtl="0" algn="l">
              <a:spcBef>
                <a:spcPts val="400"/>
              </a:spcBef>
              <a:spcAft>
                <a:spcPts val="0"/>
              </a:spcAft>
              <a:buClr>
                <a:schemeClr val="dk1"/>
              </a:buClr>
              <a:buSzPts val="2000"/>
              <a:buFont typeface="Tahoma"/>
              <a:buChar char="•"/>
            </a:pPr>
            <a:r>
              <a:rPr lang="en-US" sz="2000"/>
              <a:t>Example: Oracle Spatial data cartridge, ESRI SDE</a:t>
            </a:r>
            <a:endParaRPr/>
          </a:p>
          <a:p>
            <a:pPr indent="-285750" lvl="1" marL="742950" rtl="0" algn="l">
              <a:spcBef>
                <a:spcPts val="400"/>
              </a:spcBef>
              <a:spcAft>
                <a:spcPts val="0"/>
              </a:spcAft>
              <a:buClr>
                <a:schemeClr val="dk1"/>
              </a:buClr>
              <a:buSzPts val="1500"/>
              <a:buFont typeface="Tahoma"/>
              <a:buChar char="•"/>
            </a:pPr>
            <a:r>
              <a:rPr lang="en-US" sz="2000"/>
              <a:t>can work with Oracle 8i DBMS</a:t>
            </a:r>
            <a:endParaRPr/>
          </a:p>
          <a:p>
            <a:pPr indent="-285750" lvl="1" marL="742950" rtl="0" algn="l">
              <a:spcBef>
                <a:spcPts val="400"/>
              </a:spcBef>
              <a:spcAft>
                <a:spcPts val="0"/>
              </a:spcAft>
              <a:buClr>
                <a:schemeClr val="dk1"/>
              </a:buClr>
              <a:buSzPts val="1500"/>
              <a:buFont typeface="Tahoma"/>
              <a:buChar char="•"/>
            </a:pPr>
            <a:r>
              <a:rPr lang="en-US" sz="2000"/>
              <a:t>Has spatial data types (e.g. polygon), operations (e.g. overlap) callable from SQL3 query language</a:t>
            </a:r>
            <a:endParaRPr/>
          </a:p>
          <a:p>
            <a:pPr indent="-285750" lvl="1" marL="742950" rtl="0" algn="l">
              <a:spcBef>
                <a:spcPts val="400"/>
              </a:spcBef>
              <a:spcAft>
                <a:spcPts val="0"/>
              </a:spcAft>
              <a:buClr>
                <a:schemeClr val="dk1"/>
              </a:buClr>
              <a:buSzPts val="1500"/>
              <a:buFont typeface="Tahoma"/>
              <a:buChar char="•"/>
            </a:pPr>
            <a:r>
              <a:rPr lang="en-US" sz="2000"/>
              <a:t>Has spatial indices, e.g. R-trees</a:t>
            </a:r>
            <a:endParaRPr/>
          </a:p>
          <a:p>
            <a:pPr indent="-215900" lvl="0" marL="342900" rtl="0" algn="l">
              <a:spcBef>
                <a:spcPts val="400"/>
              </a:spcBef>
              <a:spcAft>
                <a:spcPts val="0"/>
              </a:spcAft>
              <a:buClr>
                <a:schemeClr val="dk1"/>
              </a:buClr>
              <a:buSzPts val="2000"/>
              <a:buFont typeface="Tahoma"/>
              <a:buNone/>
            </a:pPr>
            <a:r>
              <a:t/>
            </a: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39"/>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SDBMS Example</a:t>
            </a:r>
            <a:endParaRPr/>
          </a:p>
        </p:txBody>
      </p:sp>
      <p:sp>
        <p:nvSpPr>
          <p:cNvPr id="757" name="Google Shape;757;p39"/>
          <p:cNvSpPr txBox="1"/>
          <p:nvPr>
            <p:ph idx="1" type="body"/>
          </p:nvPr>
        </p:nvSpPr>
        <p:spPr>
          <a:xfrm>
            <a:off x="1524000" y="1371600"/>
            <a:ext cx="53340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Tahoma"/>
              <a:buChar char="•"/>
            </a:pPr>
            <a:r>
              <a:rPr lang="en-US" sz="2000"/>
              <a:t>Consider a spatial dataset with:</a:t>
            </a:r>
            <a:endParaRPr/>
          </a:p>
          <a:p>
            <a:pPr indent="-285750" lvl="1" marL="742950" rtl="0" algn="l">
              <a:spcBef>
                <a:spcPts val="400"/>
              </a:spcBef>
              <a:spcAft>
                <a:spcPts val="0"/>
              </a:spcAft>
              <a:buClr>
                <a:schemeClr val="dk1"/>
              </a:buClr>
              <a:buSzPts val="1500"/>
              <a:buFont typeface="Tahoma"/>
              <a:buChar char="•"/>
            </a:pPr>
            <a:r>
              <a:rPr lang="en-US" sz="2000"/>
              <a:t>County boundary (dashed white line) </a:t>
            </a:r>
            <a:endParaRPr/>
          </a:p>
          <a:p>
            <a:pPr indent="-285750" lvl="1" marL="742950" rtl="0" algn="l">
              <a:spcBef>
                <a:spcPts val="400"/>
              </a:spcBef>
              <a:spcAft>
                <a:spcPts val="0"/>
              </a:spcAft>
              <a:buClr>
                <a:schemeClr val="dk1"/>
              </a:buClr>
              <a:buSzPts val="1500"/>
              <a:buFont typeface="Tahoma"/>
              <a:buChar char="•"/>
            </a:pPr>
            <a:r>
              <a:rPr lang="en-US" sz="2000"/>
              <a:t>Census block - name, area, population, boundary (dark line)</a:t>
            </a:r>
            <a:endParaRPr/>
          </a:p>
          <a:p>
            <a:pPr indent="-285750" lvl="1" marL="742950" rtl="0" algn="l">
              <a:spcBef>
                <a:spcPts val="400"/>
              </a:spcBef>
              <a:spcAft>
                <a:spcPts val="0"/>
              </a:spcAft>
              <a:buClr>
                <a:schemeClr val="dk1"/>
              </a:buClr>
              <a:buSzPts val="1500"/>
              <a:buFont typeface="Tahoma"/>
              <a:buChar char="•"/>
            </a:pPr>
            <a:r>
              <a:rPr lang="en-US" sz="2000"/>
              <a:t>Water bodies (dark polygons)</a:t>
            </a:r>
            <a:endParaRPr/>
          </a:p>
          <a:p>
            <a:pPr indent="-285750" lvl="1" marL="742950" rtl="0" algn="l">
              <a:spcBef>
                <a:spcPts val="400"/>
              </a:spcBef>
              <a:spcAft>
                <a:spcPts val="0"/>
              </a:spcAft>
              <a:buClr>
                <a:schemeClr val="dk1"/>
              </a:buClr>
              <a:buSzPts val="1500"/>
              <a:buFont typeface="Tahoma"/>
              <a:buChar char="•"/>
            </a:pPr>
            <a:r>
              <a:rPr lang="en-US" sz="2000"/>
              <a:t>Satellite Imagery (gray scale pixels)</a:t>
            </a:r>
            <a:endParaRPr/>
          </a:p>
          <a:p>
            <a:pPr indent="-190500" lvl="1" marL="742950" rtl="0" algn="l">
              <a:spcBef>
                <a:spcPts val="400"/>
              </a:spcBef>
              <a:spcAft>
                <a:spcPts val="0"/>
              </a:spcAft>
              <a:buClr>
                <a:schemeClr val="dk1"/>
              </a:buClr>
              <a:buSzPts val="1500"/>
              <a:buFont typeface="Tahoma"/>
              <a:buNone/>
            </a:pPr>
            <a:r>
              <a:t/>
            </a:r>
            <a:endParaRPr sz="2000"/>
          </a:p>
          <a:p>
            <a:pPr indent="-342900" lvl="0" marL="342900" rtl="0" algn="l">
              <a:spcBef>
                <a:spcPts val="400"/>
              </a:spcBef>
              <a:spcAft>
                <a:spcPts val="0"/>
              </a:spcAft>
              <a:buClr>
                <a:schemeClr val="dk1"/>
              </a:buClr>
              <a:buSzPts val="2000"/>
              <a:buFont typeface="Tahoma"/>
              <a:buChar char="•"/>
            </a:pPr>
            <a:r>
              <a:rPr lang="en-US" sz="2000"/>
              <a:t>Storage in a SDBMS table:</a:t>
            </a:r>
            <a:endParaRPr/>
          </a:p>
          <a:p>
            <a:pPr indent="-342900" lvl="0" marL="342900" rtl="0" algn="l">
              <a:spcBef>
                <a:spcPts val="320"/>
              </a:spcBef>
              <a:spcAft>
                <a:spcPts val="0"/>
              </a:spcAft>
              <a:buClr>
                <a:schemeClr val="dk1"/>
              </a:buClr>
              <a:buSzPts val="1600"/>
              <a:buFont typeface="Tahoma"/>
              <a:buNone/>
            </a:pPr>
            <a:r>
              <a:rPr lang="en-US" sz="1600"/>
              <a:t>    create table </a:t>
            </a:r>
            <a:r>
              <a:rPr b="1" lang="en-US" sz="1600"/>
              <a:t>census_blocks</a:t>
            </a:r>
            <a:r>
              <a:rPr lang="en-US" sz="1600"/>
              <a:t> (</a:t>
            </a:r>
            <a:endParaRPr/>
          </a:p>
          <a:p>
            <a:pPr indent="-342900" lvl="0" marL="342900" rtl="0" algn="l">
              <a:spcBef>
                <a:spcPts val="320"/>
              </a:spcBef>
              <a:spcAft>
                <a:spcPts val="0"/>
              </a:spcAft>
              <a:buClr>
                <a:schemeClr val="dk1"/>
              </a:buClr>
              <a:buSzPts val="1600"/>
              <a:buFont typeface="Tahoma"/>
              <a:buNone/>
            </a:pPr>
            <a:r>
              <a:rPr lang="en-US" sz="1600"/>
              <a:t>	 name 	string,</a:t>
            </a:r>
            <a:endParaRPr/>
          </a:p>
          <a:p>
            <a:pPr indent="-342900" lvl="0" marL="342900" rtl="0" algn="l">
              <a:spcBef>
                <a:spcPts val="320"/>
              </a:spcBef>
              <a:spcAft>
                <a:spcPts val="0"/>
              </a:spcAft>
              <a:buClr>
                <a:schemeClr val="dk1"/>
              </a:buClr>
              <a:buSzPts val="1600"/>
              <a:buFont typeface="Tahoma"/>
              <a:buNone/>
            </a:pPr>
            <a:r>
              <a:rPr lang="en-US" sz="1600"/>
              <a:t>  	 area 		float,</a:t>
            </a:r>
            <a:endParaRPr/>
          </a:p>
          <a:p>
            <a:pPr indent="-342900" lvl="0" marL="342900" rtl="0" algn="l">
              <a:spcBef>
                <a:spcPts val="320"/>
              </a:spcBef>
              <a:spcAft>
                <a:spcPts val="0"/>
              </a:spcAft>
              <a:buClr>
                <a:schemeClr val="dk1"/>
              </a:buClr>
              <a:buSzPts val="1600"/>
              <a:buFont typeface="Tahoma"/>
              <a:buNone/>
            </a:pPr>
            <a:r>
              <a:rPr lang="en-US" sz="1600"/>
              <a:t>       population 	number,</a:t>
            </a:r>
            <a:endParaRPr/>
          </a:p>
          <a:p>
            <a:pPr indent="-342900" lvl="0" marL="342900" rtl="0" algn="l">
              <a:spcBef>
                <a:spcPts val="320"/>
              </a:spcBef>
              <a:spcAft>
                <a:spcPts val="0"/>
              </a:spcAft>
              <a:buClr>
                <a:schemeClr val="dk1"/>
              </a:buClr>
              <a:buSzPts val="1600"/>
              <a:buFont typeface="Tahoma"/>
              <a:buNone/>
            </a:pPr>
            <a:r>
              <a:rPr lang="en-US" sz="1600"/>
              <a:t>     	  boundary	polygon );</a:t>
            </a:r>
            <a:endParaRPr sz="2000"/>
          </a:p>
          <a:p>
            <a:pPr indent="-190500" lvl="1" marL="742950" rtl="0" algn="l">
              <a:spcBef>
                <a:spcPts val="400"/>
              </a:spcBef>
              <a:spcAft>
                <a:spcPts val="0"/>
              </a:spcAft>
              <a:buClr>
                <a:schemeClr val="dk1"/>
              </a:buClr>
              <a:buSzPts val="1500"/>
              <a:buFont typeface="Tahoma"/>
              <a:buNone/>
            </a:pPr>
            <a:r>
              <a:t/>
            </a:r>
            <a:endParaRPr sz="2000"/>
          </a:p>
        </p:txBody>
      </p:sp>
      <p:pic>
        <p:nvPicPr>
          <p:cNvPr id="758" name="Google Shape;758;p39"/>
          <p:cNvPicPr preferRelativeResize="0"/>
          <p:nvPr/>
        </p:nvPicPr>
        <p:blipFill rotWithShape="1">
          <a:blip r:embed="rId3">
            <a:alphaModFix/>
          </a:blip>
          <a:srcRect b="0" l="0" r="0" t="0"/>
          <a:stretch/>
        </p:blipFill>
        <p:spPr>
          <a:xfrm>
            <a:off x="6934200" y="1447801"/>
            <a:ext cx="3429000" cy="4543425"/>
          </a:xfrm>
          <a:prstGeom prst="rect">
            <a:avLst/>
          </a:prstGeom>
          <a:noFill/>
          <a:ln>
            <a:noFill/>
          </a:ln>
        </p:spPr>
      </p:pic>
      <p:sp>
        <p:nvSpPr>
          <p:cNvPr id="759" name="Google Shape;759;p39"/>
          <p:cNvSpPr txBox="1"/>
          <p:nvPr/>
        </p:nvSpPr>
        <p:spPr>
          <a:xfrm>
            <a:off x="7467600" y="6019800"/>
            <a:ext cx="1047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Fig 1.2</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0"/>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Modeling Spatial Data in Traditional DBMS</a:t>
            </a:r>
            <a:endParaRPr/>
          </a:p>
        </p:txBody>
      </p:sp>
      <p:pic>
        <p:nvPicPr>
          <p:cNvPr descr="C:\Documents and Settings\Sanjay\spatial\book\BookPPT\Chap1\Fig13.eps" id="765" name="Google Shape;765;p40"/>
          <p:cNvPicPr preferRelativeResize="0"/>
          <p:nvPr/>
        </p:nvPicPr>
        <p:blipFill rotWithShape="1">
          <a:blip r:embed="rId3">
            <a:alphaModFix/>
          </a:blip>
          <a:srcRect b="0" l="0" r="0" t="0"/>
          <a:stretch/>
        </p:blipFill>
        <p:spPr>
          <a:xfrm>
            <a:off x="2514600" y="3276600"/>
            <a:ext cx="6858000" cy="2884488"/>
          </a:xfrm>
          <a:prstGeom prst="rect">
            <a:avLst/>
          </a:prstGeom>
          <a:noFill/>
          <a:ln>
            <a:noFill/>
          </a:ln>
        </p:spPr>
      </p:pic>
      <p:sp>
        <p:nvSpPr>
          <p:cNvPr id="766" name="Google Shape;766;p40"/>
          <p:cNvSpPr txBox="1"/>
          <p:nvPr/>
        </p:nvSpPr>
        <p:spPr>
          <a:xfrm>
            <a:off x="2209800" y="1828801"/>
            <a:ext cx="7848600" cy="830997"/>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rgbClr val="000000"/>
              </a:buClr>
              <a:buSzPts val="2400"/>
              <a:buFont typeface="Tahoma"/>
              <a:buChar char="•"/>
            </a:pPr>
            <a:r>
              <a:rPr lang="en-US" sz="2400">
                <a:solidFill>
                  <a:srgbClr val="000000"/>
                </a:solidFill>
                <a:latin typeface="Tahoma"/>
                <a:ea typeface="Tahoma"/>
                <a:cs typeface="Tahoma"/>
                <a:sym typeface="Tahoma"/>
              </a:rPr>
              <a:t>A row in the table census_blocks</a:t>
            </a:r>
            <a:r>
              <a:rPr lang="en-US" sz="2400">
                <a:solidFill>
                  <a:srgbClr val="000000"/>
                </a:solidFill>
                <a:latin typeface="Times New Roman"/>
                <a:ea typeface="Times New Roman"/>
                <a:cs typeface="Times New Roman"/>
                <a:sym typeface="Times New Roman"/>
              </a:rPr>
              <a:t> (Figure 1.3)</a:t>
            </a:r>
            <a:endParaRPr/>
          </a:p>
          <a:p>
            <a:pPr indent="-152400" lvl="0" marL="0" marR="0" rtl="0" algn="l">
              <a:spcBef>
                <a:spcPts val="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 Question: Is </a:t>
            </a:r>
            <a:r>
              <a:rPr lang="en-US" sz="2400">
                <a:solidFill>
                  <a:srgbClr val="CC6600"/>
                </a:solidFill>
                <a:latin typeface="Times New Roman"/>
                <a:ea typeface="Times New Roman"/>
                <a:cs typeface="Times New Roman"/>
                <a:sym typeface="Times New Roman"/>
              </a:rPr>
              <a:t>Polyline</a:t>
            </a:r>
            <a:r>
              <a:rPr lang="en-US" sz="2400">
                <a:solidFill>
                  <a:srgbClr val="000000"/>
                </a:solidFill>
                <a:latin typeface="Times New Roman"/>
                <a:ea typeface="Times New Roman"/>
                <a:cs typeface="Times New Roman"/>
                <a:sym typeface="Times New Roman"/>
              </a:rPr>
              <a:t> datatype supported in DBMS?</a:t>
            </a:r>
            <a:endParaRPr/>
          </a:p>
        </p:txBody>
      </p:sp>
      <p:sp>
        <p:nvSpPr>
          <p:cNvPr id="767" name="Google Shape;767;p40"/>
          <p:cNvSpPr txBox="1"/>
          <p:nvPr/>
        </p:nvSpPr>
        <p:spPr>
          <a:xfrm>
            <a:off x="7924800" y="6096000"/>
            <a:ext cx="14366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Figure 1.3</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41"/>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Spatial Data Types and Traditional Databases</a:t>
            </a:r>
            <a:endParaRPr/>
          </a:p>
        </p:txBody>
      </p:sp>
      <p:sp>
        <p:nvSpPr>
          <p:cNvPr id="773" name="Google Shape;773;p41"/>
          <p:cNvSpPr txBox="1"/>
          <p:nvPr>
            <p:ph idx="1" type="body"/>
          </p:nvPr>
        </p:nvSpPr>
        <p:spPr>
          <a:xfrm>
            <a:off x="2057400" y="1371600"/>
            <a:ext cx="8229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Tahoma"/>
              <a:buChar char="•"/>
            </a:pPr>
            <a:r>
              <a:rPr lang="en-US" sz="2000"/>
              <a:t>Traditional relational DBMS</a:t>
            </a:r>
            <a:endParaRPr/>
          </a:p>
          <a:p>
            <a:pPr indent="-285750" lvl="1" marL="742950" rtl="0" algn="l">
              <a:spcBef>
                <a:spcPts val="400"/>
              </a:spcBef>
              <a:spcAft>
                <a:spcPts val="0"/>
              </a:spcAft>
              <a:buClr>
                <a:schemeClr val="dk1"/>
              </a:buClr>
              <a:buSzPts val="1500"/>
              <a:buFont typeface="Tahoma"/>
              <a:buChar char="•"/>
            </a:pPr>
            <a:r>
              <a:rPr lang="en-US" sz="2000"/>
              <a:t>Support simple data types, e.g. number, strings, date</a:t>
            </a:r>
            <a:endParaRPr/>
          </a:p>
          <a:p>
            <a:pPr indent="-285750" lvl="1" marL="742950" rtl="0" algn="l">
              <a:spcBef>
                <a:spcPts val="400"/>
              </a:spcBef>
              <a:spcAft>
                <a:spcPts val="0"/>
              </a:spcAft>
              <a:buClr>
                <a:schemeClr val="dk1"/>
              </a:buClr>
              <a:buSzPts val="1500"/>
              <a:buFont typeface="Tahoma"/>
              <a:buChar char="•"/>
            </a:pPr>
            <a:r>
              <a:rPr lang="en-US" sz="2000"/>
              <a:t>Modeling Spatial data types is tedious</a:t>
            </a:r>
            <a:endParaRPr/>
          </a:p>
          <a:p>
            <a:pPr indent="-342900" lvl="0" marL="342900" rtl="0" algn="l">
              <a:spcBef>
                <a:spcPts val="400"/>
              </a:spcBef>
              <a:spcAft>
                <a:spcPts val="0"/>
              </a:spcAft>
              <a:buClr>
                <a:schemeClr val="dk1"/>
              </a:buClr>
              <a:buSzPts val="2000"/>
              <a:buFont typeface="Tahoma"/>
              <a:buChar char="•"/>
            </a:pPr>
            <a:r>
              <a:rPr lang="en-US" sz="2000"/>
              <a:t>Example: Figure 1.4 shows modeling of polygon using numbers</a:t>
            </a:r>
            <a:endParaRPr/>
          </a:p>
          <a:p>
            <a:pPr indent="-285750" lvl="1" marL="742950" rtl="0" algn="l">
              <a:spcBef>
                <a:spcPts val="400"/>
              </a:spcBef>
              <a:spcAft>
                <a:spcPts val="0"/>
              </a:spcAft>
              <a:buClr>
                <a:schemeClr val="dk1"/>
              </a:buClr>
              <a:buSzPts val="1500"/>
              <a:buFont typeface="Tahoma"/>
              <a:buChar char="•"/>
            </a:pPr>
            <a:r>
              <a:rPr lang="en-US" sz="2000"/>
              <a:t>Three new tables: polygon, edge, points</a:t>
            </a:r>
            <a:endParaRPr/>
          </a:p>
          <a:p>
            <a:pPr indent="-228600" lvl="2" marL="1143000" rtl="0" algn="l">
              <a:spcBef>
                <a:spcPts val="360"/>
              </a:spcBef>
              <a:spcAft>
                <a:spcPts val="0"/>
              </a:spcAft>
              <a:buClr>
                <a:schemeClr val="dk1"/>
              </a:buClr>
              <a:buSzPts val="1800"/>
              <a:buFont typeface="Tahoma"/>
              <a:buChar char="•"/>
            </a:pPr>
            <a:r>
              <a:rPr lang="en-US" sz="1800"/>
              <a:t>Note: Polygon is a polyline where last point and first point are same</a:t>
            </a:r>
            <a:endParaRPr/>
          </a:p>
          <a:p>
            <a:pPr indent="-285750" lvl="1" marL="742950" rtl="0" algn="l">
              <a:spcBef>
                <a:spcPts val="400"/>
              </a:spcBef>
              <a:spcAft>
                <a:spcPts val="0"/>
              </a:spcAft>
              <a:buClr>
                <a:schemeClr val="dk1"/>
              </a:buClr>
              <a:buSzPts val="1500"/>
              <a:buFont typeface="Tahoma"/>
              <a:buChar char="•"/>
            </a:pPr>
            <a:r>
              <a:rPr lang="en-US" sz="2000"/>
              <a:t>A simple unit sqaure represented as 16 rows across 3 tables</a:t>
            </a:r>
            <a:endParaRPr/>
          </a:p>
          <a:p>
            <a:pPr indent="-285750" lvl="1" marL="742950" rtl="0" algn="l">
              <a:spcBef>
                <a:spcPts val="400"/>
              </a:spcBef>
              <a:spcAft>
                <a:spcPts val="0"/>
              </a:spcAft>
              <a:buClr>
                <a:schemeClr val="dk1"/>
              </a:buClr>
              <a:buSzPts val="1500"/>
              <a:buFont typeface="Tahoma"/>
              <a:buChar char="•"/>
            </a:pPr>
            <a:r>
              <a:rPr lang="en-US" sz="2000"/>
              <a:t>Simple spatial operators, e.g. area(), require joining tables</a:t>
            </a:r>
            <a:endParaRPr/>
          </a:p>
          <a:p>
            <a:pPr indent="-285750" lvl="1" marL="742950" rtl="0" algn="l">
              <a:spcBef>
                <a:spcPts val="400"/>
              </a:spcBef>
              <a:spcAft>
                <a:spcPts val="0"/>
              </a:spcAft>
              <a:buClr>
                <a:schemeClr val="dk1"/>
              </a:buClr>
              <a:buSzPts val="1500"/>
              <a:buFont typeface="Tahoma"/>
              <a:buChar char="•"/>
            </a:pPr>
            <a:r>
              <a:rPr lang="en-US" sz="2000"/>
              <a:t>Tedious and computationally inefficient</a:t>
            </a:r>
            <a:endParaRPr/>
          </a:p>
          <a:p>
            <a:pPr indent="-190500" lvl="1" marL="742950" rtl="0" algn="l">
              <a:spcBef>
                <a:spcPts val="400"/>
              </a:spcBef>
              <a:spcAft>
                <a:spcPts val="0"/>
              </a:spcAft>
              <a:buClr>
                <a:schemeClr val="dk1"/>
              </a:buClr>
              <a:buSzPts val="1500"/>
              <a:buFont typeface="Tahoma"/>
              <a:buNone/>
            </a:pPr>
            <a:r>
              <a:t/>
            </a:r>
            <a:endParaRPr sz="2000"/>
          </a:p>
          <a:p>
            <a:pPr indent="-342900" lvl="0" marL="342900" rtl="0" algn="l">
              <a:spcBef>
                <a:spcPts val="400"/>
              </a:spcBef>
              <a:spcAft>
                <a:spcPts val="0"/>
              </a:spcAft>
              <a:buClr>
                <a:schemeClr val="dk1"/>
              </a:buClr>
              <a:buSzPts val="2000"/>
              <a:buFont typeface="Tahoma"/>
              <a:buChar char="•"/>
            </a:pPr>
            <a:r>
              <a:rPr lang="en-US" sz="2000"/>
              <a:t>Question. Name post-relational database management systems which facilitate modeling of spatial data types, e.g. polygon.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42"/>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Mapping “census_table” into a Relational Database </a:t>
            </a:r>
            <a:endParaRPr/>
          </a:p>
        </p:txBody>
      </p:sp>
      <p:pic>
        <p:nvPicPr>
          <p:cNvPr descr="C:\Documents and Settings\Sanjay\spatial\book\BookPPT\Chap1\Fig14.eps" id="779" name="Google Shape;779;p42"/>
          <p:cNvPicPr preferRelativeResize="0"/>
          <p:nvPr/>
        </p:nvPicPr>
        <p:blipFill rotWithShape="1">
          <a:blip r:embed="rId3">
            <a:alphaModFix/>
          </a:blip>
          <a:srcRect b="0" l="0" r="0" t="0"/>
          <a:stretch/>
        </p:blipFill>
        <p:spPr>
          <a:xfrm>
            <a:off x="2133600" y="1508126"/>
            <a:ext cx="7391400" cy="5349875"/>
          </a:xfrm>
          <a:prstGeom prst="rect">
            <a:avLst/>
          </a:prstGeom>
          <a:noFill/>
          <a:ln>
            <a:noFill/>
          </a:ln>
        </p:spPr>
      </p:pic>
      <p:sp>
        <p:nvSpPr>
          <p:cNvPr id="780" name="Google Shape;780;p42"/>
          <p:cNvSpPr txBox="1"/>
          <p:nvPr/>
        </p:nvSpPr>
        <p:spPr>
          <a:xfrm>
            <a:off x="8763000" y="6096000"/>
            <a:ext cx="1047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Fig 1.4</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43"/>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Evolution of DBMS technology</a:t>
            </a:r>
            <a:endParaRPr/>
          </a:p>
        </p:txBody>
      </p:sp>
      <p:pic>
        <p:nvPicPr>
          <p:cNvPr descr="C:\Documents and Settings\Sanjay\spatial\book\BookPPT\Chap1\Fig15.eps" id="786" name="Google Shape;786;p43"/>
          <p:cNvPicPr preferRelativeResize="0"/>
          <p:nvPr/>
        </p:nvPicPr>
        <p:blipFill rotWithShape="1">
          <a:blip r:embed="rId3">
            <a:alphaModFix/>
          </a:blip>
          <a:srcRect b="0" l="0" r="0" t="0"/>
          <a:stretch/>
        </p:blipFill>
        <p:spPr>
          <a:xfrm>
            <a:off x="3505200" y="1350964"/>
            <a:ext cx="6781800" cy="5248275"/>
          </a:xfrm>
          <a:prstGeom prst="rect">
            <a:avLst/>
          </a:prstGeom>
          <a:noFill/>
          <a:ln>
            <a:noFill/>
          </a:ln>
        </p:spPr>
      </p:pic>
      <p:sp>
        <p:nvSpPr>
          <p:cNvPr id="787" name="Google Shape;787;p43"/>
          <p:cNvSpPr txBox="1"/>
          <p:nvPr/>
        </p:nvSpPr>
        <p:spPr>
          <a:xfrm>
            <a:off x="1965325" y="6213475"/>
            <a:ext cx="1047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Fig 1.5</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44"/>
          <p:cNvSpPr txBox="1"/>
          <p:nvPr>
            <p:ph type="title"/>
          </p:nvPr>
        </p:nvSpPr>
        <p:spPr>
          <a:xfrm>
            <a:off x="711200" y="762000"/>
            <a:ext cx="10441517"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Spatial Data Types and Post-relational Databases</a:t>
            </a:r>
            <a:endParaRPr/>
          </a:p>
        </p:txBody>
      </p:sp>
      <p:sp>
        <p:nvSpPr>
          <p:cNvPr id="793" name="Google Shape;793;p44"/>
          <p:cNvSpPr txBox="1"/>
          <p:nvPr>
            <p:ph idx="1" type="body"/>
          </p:nvPr>
        </p:nvSpPr>
        <p:spPr>
          <a:xfrm>
            <a:off x="2057400" y="1371600"/>
            <a:ext cx="8229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Tahoma"/>
              <a:buChar char="•"/>
            </a:pPr>
            <a:r>
              <a:rPr lang="en-US" sz="2000"/>
              <a:t>Post-relational DBMS</a:t>
            </a:r>
            <a:endParaRPr/>
          </a:p>
          <a:p>
            <a:pPr indent="-285750" lvl="1" marL="742950" rtl="0" algn="l">
              <a:spcBef>
                <a:spcPts val="400"/>
              </a:spcBef>
              <a:spcAft>
                <a:spcPts val="0"/>
              </a:spcAft>
              <a:buClr>
                <a:schemeClr val="dk1"/>
              </a:buClr>
              <a:buSzPts val="1500"/>
              <a:buFont typeface="Tahoma"/>
              <a:buChar char="•"/>
            </a:pPr>
            <a:r>
              <a:rPr lang="en-US" sz="2000"/>
              <a:t>Support user defined abstract data types</a:t>
            </a:r>
            <a:endParaRPr/>
          </a:p>
          <a:p>
            <a:pPr indent="-285750" lvl="1" marL="742950" rtl="0" algn="l">
              <a:spcBef>
                <a:spcPts val="400"/>
              </a:spcBef>
              <a:spcAft>
                <a:spcPts val="0"/>
              </a:spcAft>
              <a:buClr>
                <a:schemeClr val="dk1"/>
              </a:buClr>
              <a:buSzPts val="1500"/>
              <a:buFont typeface="Tahoma"/>
              <a:buChar char="•"/>
            </a:pPr>
            <a:r>
              <a:rPr lang="en-US" sz="2000"/>
              <a:t>Spatial data types (e.g. polygon) can be added</a:t>
            </a:r>
            <a:endParaRPr/>
          </a:p>
          <a:p>
            <a:pPr indent="-342900" lvl="0" marL="342900" rtl="0" algn="l">
              <a:spcBef>
                <a:spcPts val="400"/>
              </a:spcBef>
              <a:spcAft>
                <a:spcPts val="0"/>
              </a:spcAft>
              <a:buClr>
                <a:schemeClr val="dk1"/>
              </a:buClr>
              <a:buSzPts val="2000"/>
              <a:buFont typeface="Tahoma"/>
              <a:buChar char="•"/>
            </a:pPr>
            <a:r>
              <a:rPr lang="en-US" sz="2000"/>
              <a:t>Choice of post-relational DBMS</a:t>
            </a:r>
            <a:endParaRPr/>
          </a:p>
          <a:p>
            <a:pPr indent="-285750" lvl="1" marL="742950" rtl="0" algn="l">
              <a:spcBef>
                <a:spcPts val="400"/>
              </a:spcBef>
              <a:spcAft>
                <a:spcPts val="0"/>
              </a:spcAft>
              <a:buClr>
                <a:schemeClr val="dk1"/>
              </a:buClr>
              <a:buSzPts val="1500"/>
              <a:buFont typeface="Tahoma"/>
              <a:buChar char="•"/>
            </a:pPr>
            <a:r>
              <a:rPr lang="en-US" sz="2000"/>
              <a:t>Object oriented (OO) DBMS</a:t>
            </a:r>
            <a:endParaRPr/>
          </a:p>
          <a:p>
            <a:pPr indent="-285750" lvl="1" marL="742950" rtl="0" algn="l">
              <a:spcBef>
                <a:spcPts val="400"/>
              </a:spcBef>
              <a:spcAft>
                <a:spcPts val="0"/>
              </a:spcAft>
              <a:buClr>
                <a:schemeClr val="dk1"/>
              </a:buClr>
              <a:buSzPts val="1500"/>
              <a:buFont typeface="Tahoma"/>
              <a:buChar char="•"/>
            </a:pPr>
            <a:r>
              <a:rPr lang="en-US" sz="2000"/>
              <a:t>Object relational (OR) DBMS </a:t>
            </a:r>
            <a:endParaRPr/>
          </a:p>
          <a:p>
            <a:pPr indent="-342900" lvl="0" marL="342900" rtl="0" algn="l">
              <a:spcBef>
                <a:spcPts val="400"/>
              </a:spcBef>
              <a:spcAft>
                <a:spcPts val="0"/>
              </a:spcAft>
              <a:buClr>
                <a:schemeClr val="dk1"/>
              </a:buClr>
              <a:buSzPts val="2000"/>
              <a:buFont typeface="Tahoma"/>
              <a:buChar char="•"/>
            </a:pPr>
            <a:r>
              <a:rPr lang="en-US" sz="2000"/>
              <a:t>A spatial database is a collection of spatial data types, operators, indices, processing strategies, etc. and can work with many post-relational DBMS as well as programming languages like Java, Visual Basic etc.</a:t>
            </a:r>
            <a:endParaRPr/>
          </a:p>
          <a:p>
            <a:pPr indent="-190500" lvl="1" marL="742950" rtl="0" algn="l">
              <a:spcBef>
                <a:spcPts val="400"/>
              </a:spcBef>
              <a:spcAft>
                <a:spcPts val="0"/>
              </a:spcAft>
              <a:buClr>
                <a:schemeClr val="dk1"/>
              </a:buClr>
              <a:buSzPts val="1500"/>
              <a:buFont typeface="Tahoma"/>
              <a:buNone/>
            </a:pPr>
            <a:r>
              <a:t/>
            </a:r>
            <a:endParaRPr sz="2000"/>
          </a:p>
          <a:p>
            <a:pPr indent="-215900" lvl="0" marL="342900" rtl="0" algn="l">
              <a:spcBef>
                <a:spcPts val="400"/>
              </a:spcBef>
              <a:spcAft>
                <a:spcPts val="0"/>
              </a:spcAft>
              <a:buClr>
                <a:schemeClr val="dk1"/>
              </a:buClr>
              <a:buSzPts val="2000"/>
              <a:buFont typeface="Tahoma"/>
              <a:buNone/>
            </a:pPr>
            <a:r>
              <a:t/>
            </a:r>
            <a:endParaRPr sz="2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4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26.3 Spatial Database Concepts</a:t>
            </a:r>
            <a:endParaRPr/>
          </a:p>
        </p:txBody>
      </p:sp>
      <p:sp>
        <p:nvSpPr>
          <p:cNvPr id="799" name="Google Shape;799;p4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Spatial databases support information about objects in multidimensional space</a:t>
            </a:r>
            <a:endParaRPr/>
          </a:p>
          <a:p>
            <a:pPr indent="-285750" lvl="1" marL="742950" rtl="0" algn="l">
              <a:spcBef>
                <a:spcPts val="520"/>
              </a:spcBef>
              <a:spcAft>
                <a:spcPts val="0"/>
              </a:spcAft>
              <a:buSzPts val="1430"/>
              <a:buChar char="■"/>
            </a:pPr>
            <a:r>
              <a:rPr lang="en-US"/>
              <a:t>Examples: cartographic databases, geographic information systems, weather information databases</a:t>
            </a:r>
            <a:endParaRPr/>
          </a:p>
          <a:p>
            <a:pPr indent="-342900" lvl="0" marL="342900" rtl="0" algn="l">
              <a:spcBef>
                <a:spcPts val="560"/>
              </a:spcBef>
              <a:spcAft>
                <a:spcPts val="0"/>
              </a:spcAft>
              <a:buSzPts val="1680"/>
              <a:buChar char="■"/>
            </a:pPr>
            <a:r>
              <a:rPr lang="en-US"/>
              <a:t>Spatial relationships among the objects are important</a:t>
            </a:r>
            <a:endParaRPr/>
          </a:p>
          <a:p>
            <a:pPr indent="-342900" lvl="0" marL="342900" rtl="0" algn="l">
              <a:spcBef>
                <a:spcPts val="560"/>
              </a:spcBef>
              <a:spcAft>
                <a:spcPts val="0"/>
              </a:spcAft>
              <a:buSzPts val="1680"/>
              <a:buChar char="■"/>
            </a:pPr>
            <a:r>
              <a:rPr lang="en-US"/>
              <a:t>Optimized to query data such as points, lines, and polygons</a:t>
            </a:r>
            <a:endParaRPr/>
          </a:p>
          <a:p>
            <a:pPr indent="-285750" lvl="1" marL="742950" rtl="0" algn="l">
              <a:spcBef>
                <a:spcPts val="520"/>
              </a:spcBef>
              <a:spcAft>
                <a:spcPts val="0"/>
              </a:spcAft>
              <a:buSzPts val="1430"/>
              <a:buChar char="■"/>
            </a:pPr>
            <a:r>
              <a:rPr lang="en-US"/>
              <a:t>Spatial queries</a:t>
            </a:r>
            <a:endParaRPr/>
          </a:p>
        </p:txBody>
      </p:sp>
      <p:sp>
        <p:nvSpPr>
          <p:cNvPr id="800" name="Google Shape;800;p4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4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Spatial Database Concepts (cont’d.)</a:t>
            </a:r>
            <a:endParaRPr/>
          </a:p>
        </p:txBody>
      </p:sp>
      <p:sp>
        <p:nvSpPr>
          <p:cNvPr id="806" name="Google Shape;806;p4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Measurement operations</a:t>
            </a:r>
            <a:endParaRPr/>
          </a:p>
          <a:p>
            <a:pPr indent="-285750" lvl="1" marL="742950" rtl="0" algn="l">
              <a:spcBef>
                <a:spcPts val="520"/>
              </a:spcBef>
              <a:spcAft>
                <a:spcPts val="0"/>
              </a:spcAft>
              <a:buSzPts val="1430"/>
              <a:buChar char="■"/>
            </a:pPr>
            <a:r>
              <a:rPr lang="en-US"/>
              <a:t>Used to measure global properties of single objects</a:t>
            </a:r>
            <a:endParaRPr/>
          </a:p>
          <a:p>
            <a:pPr indent="-342900" lvl="0" marL="342900" rtl="0" algn="l">
              <a:spcBef>
                <a:spcPts val="560"/>
              </a:spcBef>
              <a:spcAft>
                <a:spcPts val="0"/>
              </a:spcAft>
              <a:buSzPts val="1680"/>
              <a:buChar char="■"/>
            </a:pPr>
            <a:r>
              <a:rPr lang="en-US"/>
              <a:t>Spatial analysis operations</a:t>
            </a:r>
            <a:endParaRPr/>
          </a:p>
          <a:p>
            <a:pPr indent="-285750" lvl="1" marL="742950" rtl="0" algn="l">
              <a:spcBef>
                <a:spcPts val="520"/>
              </a:spcBef>
              <a:spcAft>
                <a:spcPts val="0"/>
              </a:spcAft>
              <a:buSzPts val="1430"/>
              <a:buChar char="■"/>
            </a:pPr>
            <a:r>
              <a:rPr lang="en-US"/>
              <a:t>Uncover spatial relationships within and among mapped data layers</a:t>
            </a:r>
            <a:endParaRPr/>
          </a:p>
          <a:p>
            <a:pPr indent="-342900" lvl="0" marL="342900" rtl="0" algn="l">
              <a:spcBef>
                <a:spcPts val="560"/>
              </a:spcBef>
              <a:spcAft>
                <a:spcPts val="0"/>
              </a:spcAft>
              <a:buSzPts val="1680"/>
              <a:buChar char="■"/>
            </a:pPr>
            <a:r>
              <a:rPr lang="en-US"/>
              <a:t>Flow analysis operations</a:t>
            </a:r>
            <a:endParaRPr/>
          </a:p>
          <a:p>
            <a:pPr indent="-285750" lvl="1" marL="742950" rtl="0" algn="l">
              <a:spcBef>
                <a:spcPts val="520"/>
              </a:spcBef>
              <a:spcAft>
                <a:spcPts val="0"/>
              </a:spcAft>
              <a:buSzPts val="1430"/>
              <a:buChar char="■"/>
            </a:pPr>
            <a:r>
              <a:rPr lang="en-US"/>
              <a:t>Help determine shortest path between two points</a:t>
            </a:r>
            <a:endParaRPr/>
          </a:p>
        </p:txBody>
      </p:sp>
      <p:sp>
        <p:nvSpPr>
          <p:cNvPr id="807" name="Google Shape;807;p4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4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Spatial Database Concepts (cont’d.)</a:t>
            </a:r>
            <a:endParaRPr/>
          </a:p>
        </p:txBody>
      </p:sp>
      <p:sp>
        <p:nvSpPr>
          <p:cNvPr id="813" name="Google Shape;813;p4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Location analysis</a:t>
            </a:r>
            <a:endParaRPr/>
          </a:p>
          <a:p>
            <a:pPr indent="-285750" lvl="1" marL="742950" rtl="0" algn="l">
              <a:spcBef>
                <a:spcPts val="520"/>
              </a:spcBef>
              <a:spcAft>
                <a:spcPts val="0"/>
              </a:spcAft>
              <a:buSzPts val="1430"/>
              <a:buChar char="■"/>
            </a:pPr>
            <a:r>
              <a:rPr lang="en-US"/>
              <a:t>Determine whether given set of points and lines lie within a given polygon</a:t>
            </a:r>
            <a:endParaRPr/>
          </a:p>
          <a:p>
            <a:pPr indent="-342900" lvl="0" marL="342900" rtl="0" algn="l">
              <a:spcBef>
                <a:spcPts val="560"/>
              </a:spcBef>
              <a:spcAft>
                <a:spcPts val="0"/>
              </a:spcAft>
              <a:buSzPts val="1680"/>
              <a:buChar char="■"/>
            </a:pPr>
            <a:r>
              <a:rPr lang="en-US"/>
              <a:t>Digital terrain analysis</a:t>
            </a:r>
            <a:endParaRPr/>
          </a:p>
          <a:p>
            <a:pPr indent="-285750" lvl="1" marL="742950" rtl="0" algn="l">
              <a:spcBef>
                <a:spcPts val="520"/>
              </a:spcBef>
              <a:spcAft>
                <a:spcPts val="0"/>
              </a:spcAft>
              <a:buSzPts val="1430"/>
              <a:buChar char="■"/>
            </a:pPr>
            <a:r>
              <a:rPr lang="en-US"/>
              <a:t>Used to build three-dimensional models</a:t>
            </a:r>
            <a:endParaRPr/>
          </a:p>
        </p:txBody>
      </p:sp>
      <p:sp>
        <p:nvSpPr>
          <p:cNvPr id="814" name="Google Shape;814;p4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4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Spatial Database Concepts (cont’d.)</a:t>
            </a:r>
            <a:endParaRPr/>
          </a:p>
        </p:txBody>
      </p:sp>
      <p:sp>
        <p:nvSpPr>
          <p:cNvPr id="820" name="Google Shape;820;p4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26-</a:t>
            </a:r>
            <a:fld id="{00000000-1234-1234-1234-123412341234}" type="slidenum">
              <a:rPr lang="en-US"/>
              <a:t>‹#›</a:t>
            </a:fld>
            <a:endParaRPr/>
          </a:p>
        </p:txBody>
      </p:sp>
      <p:pic>
        <p:nvPicPr>
          <p:cNvPr id="821" name="Google Shape;821;p48"/>
          <p:cNvPicPr preferRelativeResize="0"/>
          <p:nvPr/>
        </p:nvPicPr>
        <p:blipFill rotWithShape="1">
          <a:blip r:embed="rId3">
            <a:alphaModFix/>
          </a:blip>
          <a:srcRect b="0" l="0" r="0" t="0"/>
          <a:stretch/>
        </p:blipFill>
        <p:spPr>
          <a:xfrm>
            <a:off x="1926337" y="2514601"/>
            <a:ext cx="8253412" cy="2312503"/>
          </a:xfrm>
          <a:prstGeom prst="rect">
            <a:avLst/>
          </a:prstGeom>
          <a:noFill/>
          <a:ln>
            <a:noFill/>
          </a:ln>
        </p:spPr>
      </p:pic>
      <p:sp>
        <p:nvSpPr>
          <p:cNvPr id="822" name="Google Shape;822;p48"/>
          <p:cNvSpPr txBox="1"/>
          <p:nvPr/>
        </p:nvSpPr>
        <p:spPr>
          <a:xfrm>
            <a:off x="3429000" y="5621542"/>
            <a:ext cx="54864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Table 26.1 Common types of analysis for spatial data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4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Spatial Database Concepts (cont’d.)</a:t>
            </a:r>
            <a:endParaRPr/>
          </a:p>
        </p:txBody>
      </p:sp>
      <p:sp>
        <p:nvSpPr>
          <p:cNvPr id="828" name="Google Shape;828;p4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Spatial data types</a:t>
            </a:r>
            <a:endParaRPr/>
          </a:p>
          <a:p>
            <a:pPr indent="-285750" lvl="1" marL="742950" rtl="0" algn="l">
              <a:spcBef>
                <a:spcPts val="520"/>
              </a:spcBef>
              <a:spcAft>
                <a:spcPts val="0"/>
              </a:spcAft>
              <a:buSzPts val="1430"/>
              <a:buChar char="■"/>
            </a:pPr>
            <a:r>
              <a:rPr lang="en-US"/>
              <a:t>Map data</a:t>
            </a:r>
            <a:endParaRPr/>
          </a:p>
          <a:p>
            <a:pPr indent="-228600" lvl="2" marL="1143000" rtl="0" algn="l">
              <a:spcBef>
                <a:spcPts val="480"/>
              </a:spcBef>
              <a:spcAft>
                <a:spcPts val="0"/>
              </a:spcAft>
              <a:buSzPts val="1200"/>
              <a:buChar char="■"/>
            </a:pPr>
            <a:r>
              <a:rPr lang="en-US"/>
              <a:t>Geographic or spatial features of objects in a map</a:t>
            </a:r>
            <a:endParaRPr/>
          </a:p>
          <a:p>
            <a:pPr indent="-285750" lvl="1" marL="742950" rtl="0" algn="l">
              <a:spcBef>
                <a:spcPts val="520"/>
              </a:spcBef>
              <a:spcAft>
                <a:spcPts val="0"/>
              </a:spcAft>
              <a:buSzPts val="1430"/>
              <a:buChar char="■"/>
            </a:pPr>
            <a:r>
              <a:rPr lang="en-US"/>
              <a:t>Attribute data</a:t>
            </a:r>
            <a:endParaRPr/>
          </a:p>
          <a:p>
            <a:pPr indent="-228600" lvl="2" marL="1143000" rtl="0" algn="l">
              <a:spcBef>
                <a:spcPts val="480"/>
              </a:spcBef>
              <a:spcAft>
                <a:spcPts val="0"/>
              </a:spcAft>
              <a:buSzPts val="1200"/>
              <a:buChar char="■"/>
            </a:pPr>
            <a:r>
              <a:rPr lang="en-US"/>
              <a:t>Descriptive data associated with map features</a:t>
            </a:r>
            <a:endParaRPr/>
          </a:p>
          <a:p>
            <a:pPr indent="-285750" lvl="1" marL="742950" rtl="0" algn="l">
              <a:spcBef>
                <a:spcPts val="520"/>
              </a:spcBef>
              <a:spcAft>
                <a:spcPts val="0"/>
              </a:spcAft>
              <a:buSzPts val="1430"/>
              <a:buChar char="■"/>
            </a:pPr>
            <a:r>
              <a:rPr lang="en-US"/>
              <a:t>Image data</a:t>
            </a:r>
            <a:endParaRPr/>
          </a:p>
          <a:p>
            <a:pPr indent="-228600" lvl="2" marL="1143000" rtl="0" algn="l">
              <a:spcBef>
                <a:spcPts val="480"/>
              </a:spcBef>
              <a:spcAft>
                <a:spcPts val="0"/>
              </a:spcAft>
              <a:buSzPts val="1200"/>
              <a:buChar char="■"/>
            </a:pPr>
            <a:r>
              <a:rPr lang="en-US"/>
              <a:t>Satellite images</a:t>
            </a:r>
            <a:endParaRPr/>
          </a:p>
          <a:p>
            <a:pPr indent="-342900" lvl="0" marL="342900" rtl="0" algn="l">
              <a:spcBef>
                <a:spcPts val="560"/>
              </a:spcBef>
              <a:spcAft>
                <a:spcPts val="0"/>
              </a:spcAft>
              <a:buSzPts val="1680"/>
              <a:buChar char="■"/>
            </a:pPr>
            <a:r>
              <a:rPr lang="en-US"/>
              <a:t>Models of spatial information</a:t>
            </a:r>
            <a:endParaRPr/>
          </a:p>
          <a:p>
            <a:pPr indent="-285750" lvl="1" marL="742950" rtl="0" algn="l">
              <a:spcBef>
                <a:spcPts val="520"/>
              </a:spcBef>
              <a:spcAft>
                <a:spcPts val="0"/>
              </a:spcAft>
              <a:buSzPts val="1430"/>
              <a:buChar char="■"/>
            </a:pPr>
            <a:r>
              <a:rPr lang="en-US"/>
              <a:t>Field models</a:t>
            </a:r>
            <a:endParaRPr/>
          </a:p>
          <a:p>
            <a:pPr indent="-285750" lvl="1" marL="742950" rtl="0" algn="l">
              <a:spcBef>
                <a:spcPts val="520"/>
              </a:spcBef>
              <a:spcAft>
                <a:spcPts val="0"/>
              </a:spcAft>
              <a:buSzPts val="1430"/>
              <a:buChar char="■"/>
            </a:pPr>
            <a:r>
              <a:rPr lang="en-US"/>
              <a:t>Object models</a:t>
            </a:r>
            <a:endParaRPr/>
          </a:p>
        </p:txBody>
      </p:sp>
      <p:sp>
        <p:nvSpPr>
          <p:cNvPr id="829" name="Google Shape;829;p4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5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Spatial Database Concepts (cont’d.)</a:t>
            </a:r>
            <a:endParaRPr/>
          </a:p>
        </p:txBody>
      </p:sp>
      <p:sp>
        <p:nvSpPr>
          <p:cNvPr id="835" name="Google Shape;835;p5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Spatial operator categories</a:t>
            </a:r>
            <a:endParaRPr/>
          </a:p>
          <a:p>
            <a:pPr indent="-285750" lvl="1" marL="742950" rtl="0" algn="l">
              <a:spcBef>
                <a:spcPts val="520"/>
              </a:spcBef>
              <a:spcAft>
                <a:spcPts val="0"/>
              </a:spcAft>
              <a:buSzPts val="1430"/>
              <a:buChar char="■"/>
            </a:pPr>
            <a:r>
              <a:rPr lang="en-US"/>
              <a:t>Topological operators</a:t>
            </a:r>
            <a:endParaRPr/>
          </a:p>
          <a:p>
            <a:pPr indent="-228600" lvl="2" marL="1143000" rtl="0" algn="l">
              <a:spcBef>
                <a:spcPts val="480"/>
              </a:spcBef>
              <a:spcAft>
                <a:spcPts val="0"/>
              </a:spcAft>
              <a:buSzPts val="1200"/>
              <a:buChar char="■"/>
            </a:pPr>
            <a:r>
              <a:rPr lang="en-US"/>
              <a:t>Properties do not change when topological transformations applied</a:t>
            </a:r>
            <a:endParaRPr/>
          </a:p>
          <a:p>
            <a:pPr indent="-285750" lvl="1" marL="742950" rtl="0" algn="l">
              <a:spcBef>
                <a:spcPts val="520"/>
              </a:spcBef>
              <a:spcAft>
                <a:spcPts val="0"/>
              </a:spcAft>
              <a:buSzPts val="1430"/>
              <a:buChar char="■"/>
            </a:pPr>
            <a:r>
              <a:rPr lang="en-US"/>
              <a:t>Projective operators</a:t>
            </a:r>
            <a:endParaRPr/>
          </a:p>
          <a:p>
            <a:pPr indent="-228600" lvl="2" marL="1143000" rtl="0" algn="l">
              <a:spcBef>
                <a:spcPts val="480"/>
              </a:spcBef>
              <a:spcAft>
                <a:spcPts val="0"/>
              </a:spcAft>
              <a:buSzPts val="1200"/>
              <a:buChar char="■"/>
            </a:pPr>
            <a:r>
              <a:rPr lang="en-US"/>
              <a:t>Express concavity/convexity of objects</a:t>
            </a:r>
            <a:endParaRPr/>
          </a:p>
          <a:p>
            <a:pPr indent="-285750" lvl="1" marL="742950" rtl="0" algn="l">
              <a:spcBef>
                <a:spcPts val="520"/>
              </a:spcBef>
              <a:spcAft>
                <a:spcPts val="0"/>
              </a:spcAft>
              <a:buSzPts val="1430"/>
              <a:buChar char="■"/>
            </a:pPr>
            <a:r>
              <a:rPr lang="en-US"/>
              <a:t>Metric operators</a:t>
            </a:r>
            <a:endParaRPr/>
          </a:p>
          <a:p>
            <a:pPr indent="-228600" lvl="2" marL="1143000" rtl="0" algn="l">
              <a:spcBef>
                <a:spcPts val="480"/>
              </a:spcBef>
              <a:spcAft>
                <a:spcPts val="0"/>
              </a:spcAft>
              <a:buSzPts val="1200"/>
              <a:buChar char="■"/>
            </a:pPr>
            <a:r>
              <a:rPr lang="en-US"/>
              <a:t>Specifically describe object’s geometry</a:t>
            </a:r>
            <a:endParaRPr/>
          </a:p>
          <a:p>
            <a:pPr indent="-285750" lvl="1" marL="742950" rtl="0" algn="l">
              <a:spcBef>
                <a:spcPts val="520"/>
              </a:spcBef>
              <a:spcAft>
                <a:spcPts val="0"/>
              </a:spcAft>
              <a:buSzPts val="1430"/>
              <a:buChar char="■"/>
            </a:pPr>
            <a:r>
              <a:rPr lang="en-US"/>
              <a:t>Dynamic spatial operators</a:t>
            </a:r>
            <a:endParaRPr/>
          </a:p>
          <a:p>
            <a:pPr indent="-228600" lvl="2" marL="1143000" rtl="0" algn="l">
              <a:spcBef>
                <a:spcPts val="480"/>
              </a:spcBef>
              <a:spcAft>
                <a:spcPts val="0"/>
              </a:spcAft>
              <a:buSzPts val="1200"/>
              <a:buChar char="■"/>
            </a:pPr>
            <a:r>
              <a:rPr lang="en-US"/>
              <a:t>Create, destroy, and update</a:t>
            </a:r>
            <a:endParaRPr/>
          </a:p>
        </p:txBody>
      </p:sp>
      <p:sp>
        <p:nvSpPr>
          <p:cNvPr id="836" name="Google Shape;836;p5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Spatial Database Concepts (cont’d.)</a:t>
            </a:r>
            <a:endParaRPr/>
          </a:p>
        </p:txBody>
      </p:sp>
      <p:sp>
        <p:nvSpPr>
          <p:cNvPr id="842" name="Google Shape;842;p5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Spatial queries</a:t>
            </a:r>
            <a:endParaRPr/>
          </a:p>
          <a:p>
            <a:pPr indent="-285750" lvl="1" marL="742950" rtl="0" algn="l">
              <a:spcBef>
                <a:spcPts val="520"/>
              </a:spcBef>
              <a:spcAft>
                <a:spcPts val="0"/>
              </a:spcAft>
              <a:buSzPts val="1430"/>
              <a:buChar char="■"/>
            </a:pPr>
            <a:r>
              <a:rPr lang="en-US"/>
              <a:t>Range queries</a:t>
            </a:r>
            <a:endParaRPr/>
          </a:p>
          <a:p>
            <a:pPr indent="-228600" lvl="2" marL="1143000" rtl="0" algn="l">
              <a:spcBef>
                <a:spcPts val="480"/>
              </a:spcBef>
              <a:spcAft>
                <a:spcPts val="0"/>
              </a:spcAft>
              <a:buSzPts val="1200"/>
              <a:buChar char="■"/>
            </a:pPr>
            <a:r>
              <a:rPr lang="en-US"/>
              <a:t>Example: find all hospitals with the Metropolitan Atlanta city area</a:t>
            </a:r>
            <a:endParaRPr/>
          </a:p>
          <a:p>
            <a:pPr indent="-285750" lvl="1" marL="742950" rtl="0" algn="l">
              <a:spcBef>
                <a:spcPts val="520"/>
              </a:spcBef>
              <a:spcAft>
                <a:spcPts val="0"/>
              </a:spcAft>
              <a:buSzPts val="1430"/>
              <a:buChar char="■"/>
            </a:pPr>
            <a:r>
              <a:rPr lang="en-US"/>
              <a:t>Nearest neighbor queries</a:t>
            </a:r>
            <a:endParaRPr/>
          </a:p>
          <a:p>
            <a:pPr indent="-228600" lvl="2" marL="1143000" rtl="0" algn="l">
              <a:spcBef>
                <a:spcPts val="480"/>
              </a:spcBef>
              <a:spcAft>
                <a:spcPts val="0"/>
              </a:spcAft>
              <a:buSzPts val="1200"/>
              <a:buChar char="■"/>
            </a:pPr>
            <a:r>
              <a:rPr lang="en-US"/>
              <a:t>Example: find police car nearest location of a crime</a:t>
            </a:r>
            <a:endParaRPr/>
          </a:p>
          <a:p>
            <a:pPr indent="-285750" lvl="1" marL="742950" rtl="0" algn="l">
              <a:spcBef>
                <a:spcPts val="520"/>
              </a:spcBef>
              <a:spcAft>
                <a:spcPts val="0"/>
              </a:spcAft>
              <a:buSzPts val="1430"/>
              <a:buChar char="■"/>
            </a:pPr>
            <a:r>
              <a:rPr lang="en-US"/>
              <a:t>Spatial joins or overlays</a:t>
            </a:r>
            <a:endParaRPr/>
          </a:p>
          <a:p>
            <a:pPr indent="-228600" lvl="2" marL="1143000" rtl="0" algn="l">
              <a:spcBef>
                <a:spcPts val="480"/>
              </a:spcBef>
              <a:spcAft>
                <a:spcPts val="0"/>
              </a:spcAft>
              <a:buSzPts val="1200"/>
              <a:buChar char="■"/>
            </a:pPr>
            <a:r>
              <a:rPr lang="en-US"/>
              <a:t>Example: find all homes within two miles of a lake</a:t>
            </a:r>
            <a:endParaRPr/>
          </a:p>
        </p:txBody>
      </p:sp>
      <p:sp>
        <p:nvSpPr>
          <p:cNvPr id="843" name="Google Shape;843;p5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5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Spatial Database Concepts (cont’d.)</a:t>
            </a:r>
            <a:endParaRPr/>
          </a:p>
        </p:txBody>
      </p:sp>
      <p:sp>
        <p:nvSpPr>
          <p:cNvPr id="849" name="Google Shape;849;p5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Spatial data indexing</a:t>
            </a:r>
            <a:endParaRPr/>
          </a:p>
          <a:p>
            <a:pPr indent="-285750" lvl="1" marL="742950" rtl="0" algn="l">
              <a:spcBef>
                <a:spcPts val="520"/>
              </a:spcBef>
              <a:spcAft>
                <a:spcPts val="0"/>
              </a:spcAft>
              <a:buSzPts val="1430"/>
              <a:buChar char="■"/>
            </a:pPr>
            <a:r>
              <a:rPr lang="en-US"/>
              <a:t>Grid files</a:t>
            </a:r>
            <a:endParaRPr/>
          </a:p>
          <a:p>
            <a:pPr indent="-285750" lvl="1" marL="742950" rtl="0" algn="l">
              <a:spcBef>
                <a:spcPts val="520"/>
              </a:spcBef>
              <a:spcAft>
                <a:spcPts val="0"/>
              </a:spcAft>
              <a:buSzPts val="1430"/>
              <a:buChar char="■"/>
            </a:pPr>
            <a:r>
              <a:rPr lang="en-US"/>
              <a:t>R-trees</a:t>
            </a:r>
            <a:endParaRPr/>
          </a:p>
          <a:p>
            <a:pPr indent="-285750" lvl="1" marL="742950" rtl="0" algn="l">
              <a:spcBef>
                <a:spcPts val="520"/>
              </a:spcBef>
              <a:spcAft>
                <a:spcPts val="0"/>
              </a:spcAft>
              <a:buSzPts val="1430"/>
              <a:buChar char="■"/>
            </a:pPr>
            <a:r>
              <a:rPr lang="en-US"/>
              <a:t>Spatial join index</a:t>
            </a:r>
            <a:endParaRPr/>
          </a:p>
          <a:p>
            <a:pPr indent="-342900" lvl="0" marL="342900" rtl="0" algn="l">
              <a:spcBef>
                <a:spcPts val="560"/>
              </a:spcBef>
              <a:spcAft>
                <a:spcPts val="0"/>
              </a:spcAft>
              <a:buSzPts val="1680"/>
              <a:buChar char="■"/>
            </a:pPr>
            <a:r>
              <a:rPr lang="en-US"/>
              <a:t>Spatial data mining techniques</a:t>
            </a:r>
            <a:endParaRPr/>
          </a:p>
          <a:p>
            <a:pPr indent="-285750" lvl="1" marL="742950" rtl="0" algn="l">
              <a:spcBef>
                <a:spcPts val="520"/>
              </a:spcBef>
              <a:spcAft>
                <a:spcPts val="0"/>
              </a:spcAft>
              <a:buSzPts val="1430"/>
              <a:buChar char="■"/>
            </a:pPr>
            <a:r>
              <a:rPr lang="en-US"/>
              <a:t>Spatial classification</a:t>
            </a:r>
            <a:endParaRPr/>
          </a:p>
          <a:p>
            <a:pPr indent="-285750" lvl="1" marL="742950" rtl="0" algn="l">
              <a:spcBef>
                <a:spcPts val="520"/>
              </a:spcBef>
              <a:spcAft>
                <a:spcPts val="0"/>
              </a:spcAft>
              <a:buSzPts val="1430"/>
              <a:buChar char="■"/>
            </a:pPr>
            <a:r>
              <a:rPr lang="en-US"/>
              <a:t>Spatial association </a:t>
            </a:r>
            <a:endParaRPr/>
          </a:p>
          <a:p>
            <a:pPr indent="-285750" lvl="1" marL="742950" rtl="0" algn="l">
              <a:spcBef>
                <a:spcPts val="520"/>
              </a:spcBef>
              <a:spcAft>
                <a:spcPts val="0"/>
              </a:spcAft>
              <a:buSzPts val="1430"/>
              <a:buChar char="■"/>
            </a:pPr>
            <a:r>
              <a:rPr lang="en-US"/>
              <a:t>Spatial clustering</a:t>
            </a:r>
            <a:endParaRPr/>
          </a:p>
        </p:txBody>
      </p:sp>
      <p:sp>
        <p:nvSpPr>
          <p:cNvPr id="850" name="Google Shape;850;p5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26-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53"/>
          <p:cNvSpPr txBox="1"/>
          <p:nvPr>
            <p:ph idx="11" type="ftr"/>
          </p:nvPr>
        </p:nvSpPr>
        <p:spPr>
          <a:xfrm>
            <a:off x="1117600" y="6397625"/>
            <a:ext cx="59944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solidFill>
                  <a:srgbClr val="000000"/>
                </a:solidFill>
                <a:latin typeface="Arial"/>
                <a:ea typeface="Arial"/>
                <a:cs typeface="Arial"/>
                <a:sym typeface="Arial"/>
              </a:rPr>
              <a:t>Copyright © 2007 Ramez Elmasri and Shamkant B. Navathe</a:t>
            </a:r>
            <a:endParaRPr/>
          </a:p>
        </p:txBody>
      </p:sp>
      <p:sp>
        <p:nvSpPr>
          <p:cNvPr descr="Pink tissue paper" id="857" name="Google Shape;857;p53"/>
          <p:cNvSpPr txBox="1"/>
          <p:nvPr>
            <p:ph type="ctrTitle"/>
          </p:nvPr>
        </p:nvSpPr>
        <p:spPr>
          <a:xfrm>
            <a:off x="304800" y="152400"/>
            <a:ext cx="9448800" cy="2286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Chapter 20</a:t>
            </a:r>
            <a:endParaRPr/>
          </a:p>
        </p:txBody>
      </p:sp>
      <p:sp>
        <p:nvSpPr>
          <p:cNvPr descr="Pink tissue paper" id="858" name="Google Shape;858;p53"/>
          <p:cNvSpPr txBox="1"/>
          <p:nvPr>
            <p:ph idx="1" type="subTitle"/>
          </p:nvPr>
        </p:nvSpPr>
        <p:spPr>
          <a:xfrm>
            <a:off x="406400" y="2590800"/>
            <a:ext cx="8839200" cy="1905000"/>
          </a:xfrm>
          <a:prstGeom prst="rect">
            <a:avLst/>
          </a:prstGeom>
          <a:noFill/>
          <a:ln>
            <a:noFill/>
          </a:ln>
        </p:spPr>
        <p:txBody>
          <a:bodyPr anchorCtr="0" anchor="t" bIns="45700" lIns="91425" spcFirstLastPara="1" rIns="0" wrap="square" tIns="45700">
            <a:noAutofit/>
          </a:bodyPr>
          <a:lstStyle/>
          <a:p>
            <a:pPr indent="0" lvl="0" marL="0" rtl="0" algn="l">
              <a:spcBef>
                <a:spcPts val="0"/>
              </a:spcBef>
              <a:spcAft>
                <a:spcPts val="0"/>
              </a:spcAft>
              <a:buSzPts val="1920"/>
              <a:buFont typeface="Noto Sans Symbols"/>
              <a:buNone/>
            </a:pPr>
            <a:r>
              <a:rPr lang="en-US"/>
              <a:t>Concepts for </a:t>
            </a:r>
            <a:br>
              <a:rPr lang="en-US"/>
            </a:br>
            <a:r>
              <a:rPr lang="en-US"/>
              <a:t>Object Databases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5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65" name="Google Shape;865;p5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Chapter Outline</a:t>
            </a:r>
            <a:endParaRPr/>
          </a:p>
        </p:txBody>
      </p:sp>
      <p:sp>
        <p:nvSpPr>
          <p:cNvPr id="866" name="Google Shape;866;p5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1 Overview of O-O Concepts</a:t>
            </a:r>
            <a:endParaRPr/>
          </a:p>
          <a:p>
            <a:pPr indent="-342900" lvl="0" marL="342900" rtl="0" algn="l">
              <a:spcBef>
                <a:spcPts val="560"/>
              </a:spcBef>
              <a:spcAft>
                <a:spcPts val="0"/>
              </a:spcAft>
              <a:buSzPts val="1680"/>
              <a:buChar char="■"/>
            </a:pPr>
            <a:r>
              <a:rPr lang="en-US"/>
              <a:t>2 O-O Identity, Object Structure and Type Constructors</a:t>
            </a:r>
            <a:endParaRPr/>
          </a:p>
          <a:p>
            <a:pPr indent="-342900" lvl="0" marL="342900" rtl="0" algn="l">
              <a:spcBef>
                <a:spcPts val="560"/>
              </a:spcBef>
              <a:spcAft>
                <a:spcPts val="0"/>
              </a:spcAft>
              <a:buSzPts val="1680"/>
              <a:buChar char="■"/>
            </a:pPr>
            <a:r>
              <a:rPr lang="en-US"/>
              <a:t>3 Encapsulation of Operations, Methods and Persistence</a:t>
            </a:r>
            <a:endParaRPr/>
          </a:p>
          <a:p>
            <a:pPr indent="-342900" lvl="0" marL="342900" rtl="0" algn="l">
              <a:spcBef>
                <a:spcPts val="560"/>
              </a:spcBef>
              <a:spcAft>
                <a:spcPts val="0"/>
              </a:spcAft>
              <a:buSzPts val="1680"/>
              <a:buChar char="■"/>
            </a:pPr>
            <a:r>
              <a:rPr lang="en-US"/>
              <a:t>4 Type and Class Hierarchies and Inheritance</a:t>
            </a:r>
            <a:endParaRPr/>
          </a:p>
          <a:p>
            <a:pPr indent="-342900" lvl="0" marL="342900" rtl="0" algn="l">
              <a:spcBef>
                <a:spcPts val="560"/>
              </a:spcBef>
              <a:spcAft>
                <a:spcPts val="0"/>
              </a:spcAft>
              <a:buSzPts val="1680"/>
              <a:buChar char="■"/>
            </a:pPr>
            <a:r>
              <a:rPr lang="en-US"/>
              <a:t>5 Complex Objects</a:t>
            </a:r>
            <a:endParaRPr/>
          </a:p>
          <a:p>
            <a:pPr indent="-342900" lvl="0" marL="342900" rtl="0" algn="l">
              <a:spcBef>
                <a:spcPts val="560"/>
              </a:spcBef>
              <a:spcAft>
                <a:spcPts val="0"/>
              </a:spcAft>
              <a:buSzPts val="1680"/>
              <a:buChar char="■"/>
            </a:pPr>
            <a:r>
              <a:rPr lang="en-US"/>
              <a:t>6 Other O-O Concepts</a:t>
            </a:r>
            <a:endParaRPr/>
          </a:p>
          <a:p>
            <a:pPr indent="-342900" lvl="0" marL="342900" rtl="0" algn="l">
              <a:spcBef>
                <a:spcPts val="560"/>
              </a:spcBef>
              <a:spcAft>
                <a:spcPts val="0"/>
              </a:spcAft>
              <a:buSzPts val="1680"/>
              <a:buChar char="■"/>
            </a:pPr>
            <a:r>
              <a:rPr lang="en-US"/>
              <a:t>7 Summary &amp; Current Status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5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73" name="Google Shape;873;p5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a:t>
            </a:r>
            <a:endParaRPr/>
          </a:p>
        </p:txBody>
      </p:sp>
      <p:sp>
        <p:nvSpPr>
          <p:cNvPr id="874" name="Google Shape;874;p5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440"/>
              <a:buChar char="■"/>
            </a:pPr>
            <a:r>
              <a:rPr lang="en-US" sz="2400"/>
              <a:t>Traditional Data Models:</a:t>
            </a:r>
            <a:endParaRPr/>
          </a:p>
          <a:p>
            <a:pPr indent="-285750" lvl="1" marL="742950" rtl="0" algn="l">
              <a:lnSpc>
                <a:spcPct val="90000"/>
              </a:lnSpc>
              <a:spcBef>
                <a:spcPts val="440"/>
              </a:spcBef>
              <a:spcAft>
                <a:spcPts val="0"/>
              </a:spcAft>
              <a:buSzPts val="1210"/>
              <a:buChar char="■"/>
            </a:pPr>
            <a:r>
              <a:rPr lang="en-US" sz="2200"/>
              <a:t>Hierarchical</a:t>
            </a:r>
            <a:endParaRPr/>
          </a:p>
          <a:p>
            <a:pPr indent="-285750" lvl="1" marL="742950" rtl="0" algn="l">
              <a:lnSpc>
                <a:spcPct val="90000"/>
              </a:lnSpc>
              <a:spcBef>
                <a:spcPts val="440"/>
              </a:spcBef>
              <a:spcAft>
                <a:spcPts val="0"/>
              </a:spcAft>
              <a:buSzPts val="1210"/>
              <a:buChar char="■"/>
            </a:pPr>
            <a:r>
              <a:rPr lang="en-US" sz="2200"/>
              <a:t>Network (since mid-60’s)</a:t>
            </a:r>
            <a:endParaRPr/>
          </a:p>
          <a:p>
            <a:pPr indent="-285750" lvl="1" marL="742950" rtl="0" algn="l">
              <a:lnSpc>
                <a:spcPct val="90000"/>
              </a:lnSpc>
              <a:spcBef>
                <a:spcPts val="440"/>
              </a:spcBef>
              <a:spcAft>
                <a:spcPts val="0"/>
              </a:spcAft>
              <a:buSzPts val="1210"/>
              <a:buChar char="■"/>
            </a:pPr>
            <a:r>
              <a:rPr lang="en-US" sz="2200"/>
              <a:t>Relational (since 1970 and commercially since 1982)</a:t>
            </a:r>
            <a:endParaRPr/>
          </a:p>
          <a:p>
            <a:pPr indent="-342900" lvl="0" marL="342900" rtl="0" algn="l">
              <a:lnSpc>
                <a:spcPct val="90000"/>
              </a:lnSpc>
              <a:spcBef>
                <a:spcPts val="480"/>
              </a:spcBef>
              <a:spcAft>
                <a:spcPts val="0"/>
              </a:spcAft>
              <a:buSzPts val="1440"/>
              <a:buChar char="■"/>
            </a:pPr>
            <a:r>
              <a:rPr lang="en-US" sz="2400"/>
              <a:t>Object Oriented (OO) Data Models since mid-90’s</a:t>
            </a:r>
            <a:endParaRPr/>
          </a:p>
          <a:p>
            <a:pPr indent="-342900" lvl="0" marL="342900" rtl="0" algn="l">
              <a:lnSpc>
                <a:spcPct val="90000"/>
              </a:lnSpc>
              <a:spcBef>
                <a:spcPts val="480"/>
              </a:spcBef>
              <a:spcAft>
                <a:spcPts val="0"/>
              </a:spcAft>
              <a:buSzPts val="1440"/>
              <a:buChar char="■"/>
            </a:pPr>
            <a:r>
              <a:rPr lang="en-US" sz="2400"/>
              <a:t>Reasons for creation of Object Oriented Databases</a:t>
            </a:r>
            <a:endParaRPr/>
          </a:p>
          <a:p>
            <a:pPr indent="-285750" lvl="1" marL="742950" rtl="0" algn="l">
              <a:lnSpc>
                <a:spcPct val="90000"/>
              </a:lnSpc>
              <a:spcBef>
                <a:spcPts val="440"/>
              </a:spcBef>
              <a:spcAft>
                <a:spcPts val="0"/>
              </a:spcAft>
              <a:buSzPts val="1210"/>
              <a:buChar char="■"/>
            </a:pPr>
            <a:r>
              <a:rPr lang="en-US" sz="2200"/>
              <a:t>Need  for more complex applications</a:t>
            </a:r>
            <a:endParaRPr/>
          </a:p>
          <a:p>
            <a:pPr indent="-285750" lvl="1" marL="742950" rtl="0" algn="l">
              <a:lnSpc>
                <a:spcPct val="90000"/>
              </a:lnSpc>
              <a:spcBef>
                <a:spcPts val="440"/>
              </a:spcBef>
              <a:spcAft>
                <a:spcPts val="0"/>
              </a:spcAft>
              <a:buSzPts val="1210"/>
              <a:buChar char="■"/>
            </a:pPr>
            <a:r>
              <a:rPr lang="en-US" sz="2200"/>
              <a:t>Need for additional data modeling features</a:t>
            </a:r>
            <a:endParaRPr/>
          </a:p>
          <a:p>
            <a:pPr indent="-285750" lvl="1" marL="742950" rtl="0" algn="l">
              <a:lnSpc>
                <a:spcPct val="90000"/>
              </a:lnSpc>
              <a:spcBef>
                <a:spcPts val="440"/>
              </a:spcBef>
              <a:spcAft>
                <a:spcPts val="0"/>
              </a:spcAft>
              <a:buSzPts val="1210"/>
              <a:buChar char="■"/>
            </a:pPr>
            <a:r>
              <a:rPr lang="en-US" sz="2200"/>
              <a:t>Increased use of object-oriented programming languages</a:t>
            </a:r>
            <a:endParaRPr/>
          </a:p>
          <a:p>
            <a:pPr indent="-342900" lvl="0" marL="342900" rtl="0" algn="l">
              <a:lnSpc>
                <a:spcPct val="90000"/>
              </a:lnSpc>
              <a:spcBef>
                <a:spcPts val="480"/>
              </a:spcBef>
              <a:spcAft>
                <a:spcPts val="0"/>
              </a:spcAft>
              <a:buSzPts val="1440"/>
              <a:buChar char="■"/>
            </a:pPr>
            <a:r>
              <a:rPr lang="en-US" sz="2400"/>
              <a:t>Commercial OO Database products –</a:t>
            </a:r>
            <a:endParaRPr/>
          </a:p>
          <a:p>
            <a:pPr indent="-285750" lvl="1" marL="742950" rtl="0" algn="l">
              <a:lnSpc>
                <a:spcPct val="90000"/>
              </a:lnSpc>
              <a:spcBef>
                <a:spcPts val="440"/>
              </a:spcBef>
              <a:spcAft>
                <a:spcPts val="0"/>
              </a:spcAft>
              <a:buSzPts val="1210"/>
              <a:buChar char="■"/>
            </a:pPr>
            <a:r>
              <a:rPr lang="en-US" sz="2200"/>
              <a:t>Several in the 1990’s, but did not make much impact on mainstream data management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5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81" name="Google Shape;881;p5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History of OO Models and Systems (contd.)</a:t>
            </a:r>
            <a:endParaRPr/>
          </a:p>
        </p:txBody>
      </p:sp>
      <p:sp>
        <p:nvSpPr>
          <p:cNvPr id="882" name="Google Shape;882;p5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Experimental Systems:</a:t>
            </a:r>
            <a:endParaRPr/>
          </a:p>
          <a:p>
            <a:pPr indent="-285750" lvl="1" marL="742950" rtl="0" algn="l">
              <a:spcBef>
                <a:spcPts val="520"/>
              </a:spcBef>
              <a:spcAft>
                <a:spcPts val="0"/>
              </a:spcAft>
              <a:buSzPts val="1430"/>
              <a:buChar char="■"/>
            </a:pPr>
            <a:r>
              <a:rPr lang="en-US"/>
              <a:t>Orion at MCC</a:t>
            </a:r>
            <a:endParaRPr/>
          </a:p>
          <a:p>
            <a:pPr indent="-285750" lvl="1" marL="742950" rtl="0" algn="l">
              <a:spcBef>
                <a:spcPts val="520"/>
              </a:spcBef>
              <a:spcAft>
                <a:spcPts val="0"/>
              </a:spcAft>
              <a:buSzPts val="1430"/>
              <a:buChar char="■"/>
            </a:pPr>
            <a:r>
              <a:rPr lang="en-US"/>
              <a:t>IRIS at H-P labs</a:t>
            </a:r>
            <a:endParaRPr/>
          </a:p>
          <a:p>
            <a:pPr indent="-285750" lvl="1" marL="742950" rtl="0" algn="l">
              <a:spcBef>
                <a:spcPts val="520"/>
              </a:spcBef>
              <a:spcAft>
                <a:spcPts val="0"/>
              </a:spcAft>
              <a:buSzPts val="1430"/>
              <a:buChar char="■"/>
            </a:pPr>
            <a:r>
              <a:rPr lang="en-US"/>
              <a:t>Open-OODB at T.I.</a:t>
            </a:r>
            <a:endParaRPr/>
          </a:p>
          <a:p>
            <a:pPr indent="-285750" lvl="1" marL="742950" rtl="0" algn="l">
              <a:spcBef>
                <a:spcPts val="520"/>
              </a:spcBef>
              <a:spcAft>
                <a:spcPts val="0"/>
              </a:spcAft>
              <a:buSzPts val="1430"/>
              <a:buChar char="■"/>
            </a:pPr>
            <a:r>
              <a:rPr lang="en-US"/>
              <a:t>ODE at ATT Bell labs</a:t>
            </a:r>
            <a:endParaRPr/>
          </a:p>
          <a:p>
            <a:pPr indent="-285750" lvl="1" marL="742950" rtl="0" algn="l">
              <a:spcBef>
                <a:spcPts val="520"/>
              </a:spcBef>
              <a:spcAft>
                <a:spcPts val="0"/>
              </a:spcAft>
              <a:buSzPts val="1430"/>
              <a:buChar char="■"/>
            </a:pPr>
            <a:r>
              <a:rPr lang="en-US"/>
              <a:t>Postgres - Montage - Illustra at UC/B</a:t>
            </a:r>
            <a:endParaRPr/>
          </a:p>
          <a:p>
            <a:pPr indent="-285750" lvl="1" marL="742950" rtl="0" algn="l">
              <a:spcBef>
                <a:spcPts val="520"/>
              </a:spcBef>
              <a:spcAft>
                <a:spcPts val="0"/>
              </a:spcAft>
              <a:buSzPts val="1430"/>
              <a:buChar char="■"/>
            </a:pPr>
            <a:r>
              <a:rPr lang="en-US"/>
              <a:t>Encore/Observer at Brown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89" name="Google Shape;889;p5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History of OO Models and Systems (contd.)</a:t>
            </a:r>
            <a:endParaRPr/>
          </a:p>
        </p:txBody>
      </p:sp>
      <p:sp>
        <p:nvSpPr>
          <p:cNvPr id="890" name="Google Shape;890;p5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Commercial OO Database products:</a:t>
            </a:r>
            <a:endParaRPr/>
          </a:p>
          <a:p>
            <a:pPr indent="-285750" lvl="1" marL="742950" rtl="0" algn="l">
              <a:spcBef>
                <a:spcPts val="520"/>
              </a:spcBef>
              <a:spcAft>
                <a:spcPts val="0"/>
              </a:spcAft>
              <a:buSzPts val="1430"/>
              <a:buChar char="■"/>
            </a:pPr>
            <a:r>
              <a:rPr lang="en-US"/>
              <a:t>Ontos</a:t>
            </a:r>
            <a:endParaRPr/>
          </a:p>
          <a:p>
            <a:pPr indent="-285750" lvl="1" marL="742950" rtl="0" algn="l">
              <a:spcBef>
                <a:spcPts val="520"/>
              </a:spcBef>
              <a:spcAft>
                <a:spcPts val="0"/>
              </a:spcAft>
              <a:buSzPts val="1430"/>
              <a:buChar char="■"/>
            </a:pPr>
            <a:r>
              <a:rPr lang="en-US"/>
              <a:t>Gemstone</a:t>
            </a:r>
            <a:endParaRPr/>
          </a:p>
          <a:p>
            <a:pPr indent="-285750" lvl="1" marL="742950" rtl="0" algn="l">
              <a:spcBef>
                <a:spcPts val="520"/>
              </a:spcBef>
              <a:spcAft>
                <a:spcPts val="0"/>
              </a:spcAft>
              <a:buSzPts val="1430"/>
              <a:buChar char="■"/>
            </a:pPr>
            <a:r>
              <a:rPr lang="en-US"/>
              <a:t>O2 ( -&gt; Ardent)</a:t>
            </a:r>
            <a:endParaRPr/>
          </a:p>
          <a:p>
            <a:pPr indent="-285750" lvl="1" marL="742950" rtl="0" algn="l">
              <a:spcBef>
                <a:spcPts val="520"/>
              </a:spcBef>
              <a:spcAft>
                <a:spcPts val="0"/>
              </a:spcAft>
              <a:buSzPts val="1430"/>
              <a:buChar char="■"/>
            </a:pPr>
            <a:r>
              <a:rPr lang="en-US"/>
              <a:t>Objectivity</a:t>
            </a:r>
            <a:endParaRPr/>
          </a:p>
          <a:p>
            <a:pPr indent="-285750" lvl="1" marL="742950" rtl="0" algn="l">
              <a:spcBef>
                <a:spcPts val="520"/>
              </a:spcBef>
              <a:spcAft>
                <a:spcPts val="0"/>
              </a:spcAft>
              <a:buSzPts val="1430"/>
              <a:buChar char="■"/>
            </a:pPr>
            <a:r>
              <a:rPr lang="en-US"/>
              <a:t>Objectstore ( -&gt; Excelon)</a:t>
            </a:r>
            <a:endParaRPr/>
          </a:p>
          <a:p>
            <a:pPr indent="-285750" lvl="1" marL="742950" rtl="0" algn="l">
              <a:spcBef>
                <a:spcPts val="520"/>
              </a:spcBef>
              <a:spcAft>
                <a:spcPts val="0"/>
              </a:spcAft>
              <a:buSzPts val="1430"/>
              <a:buChar char="■"/>
            </a:pPr>
            <a:r>
              <a:rPr lang="en-US"/>
              <a:t>Versant</a:t>
            </a:r>
            <a:endParaRPr/>
          </a:p>
          <a:p>
            <a:pPr indent="-285750" lvl="1" marL="742950" rtl="0" algn="l">
              <a:spcBef>
                <a:spcPts val="520"/>
              </a:spcBef>
              <a:spcAft>
                <a:spcPts val="0"/>
              </a:spcAft>
              <a:buSzPts val="1430"/>
              <a:buChar char="■"/>
            </a:pPr>
            <a:r>
              <a:rPr lang="en-US"/>
              <a:t>Poet</a:t>
            </a:r>
            <a:endParaRPr/>
          </a:p>
          <a:p>
            <a:pPr indent="-285750" lvl="1" marL="742950" rtl="0" algn="l">
              <a:spcBef>
                <a:spcPts val="520"/>
              </a:spcBef>
              <a:spcAft>
                <a:spcPts val="0"/>
              </a:spcAft>
              <a:buSzPts val="1430"/>
              <a:buChar char="■"/>
            </a:pPr>
            <a:r>
              <a:rPr lang="en-US"/>
              <a:t>Jasmine (Fujitsu – GM)</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5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97" name="Google Shape;897;p5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20.1 Overview of Object-Oriented Concepts(1)</a:t>
            </a:r>
            <a:endParaRPr/>
          </a:p>
        </p:txBody>
      </p:sp>
      <p:sp>
        <p:nvSpPr>
          <p:cNvPr id="898" name="Google Shape;898;p5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b="1" lang="en-US" sz="2400"/>
              <a:t>Main Claim</a:t>
            </a:r>
            <a:r>
              <a:rPr lang="en-US" sz="2400"/>
              <a:t>:</a:t>
            </a:r>
            <a:endParaRPr/>
          </a:p>
          <a:p>
            <a:pPr indent="-285750" lvl="1" marL="742950" rtl="0" algn="l">
              <a:spcBef>
                <a:spcPts val="440"/>
              </a:spcBef>
              <a:spcAft>
                <a:spcPts val="0"/>
              </a:spcAft>
              <a:buSzPts val="1210"/>
              <a:buChar char="■"/>
            </a:pPr>
            <a:r>
              <a:rPr lang="en-US" sz="2200"/>
              <a:t>OO databases try to maintain a direct correspondence between real-world and database objects so that objects do not lose their integrity and identity and can easily be identified and operated upon</a:t>
            </a:r>
            <a:endParaRPr/>
          </a:p>
          <a:p>
            <a:pPr indent="-342900" lvl="0" marL="342900" rtl="0" algn="l">
              <a:spcBef>
                <a:spcPts val="480"/>
              </a:spcBef>
              <a:spcAft>
                <a:spcPts val="0"/>
              </a:spcAft>
              <a:buSzPts val="1440"/>
              <a:buChar char="■"/>
            </a:pPr>
            <a:r>
              <a:rPr b="1" lang="en-US" sz="2400"/>
              <a:t>Object</a:t>
            </a:r>
            <a:r>
              <a:rPr lang="en-US" sz="2400"/>
              <a:t>:</a:t>
            </a:r>
            <a:endParaRPr/>
          </a:p>
          <a:p>
            <a:pPr indent="-285750" lvl="1" marL="742950" rtl="0" algn="l">
              <a:spcBef>
                <a:spcPts val="440"/>
              </a:spcBef>
              <a:spcAft>
                <a:spcPts val="0"/>
              </a:spcAft>
              <a:buSzPts val="1210"/>
              <a:buChar char="■"/>
            </a:pPr>
            <a:r>
              <a:rPr lang="en-US" sz="2200"/>
              <a:t>Two components:</a:t>
            </a:r>
            <a:endParaRPr/>
          </a:p>
          <a:p>
            <a:pPr indent="-228600" lvl="2" marL="1143000" rtl="0" algn="l">
              <a:spcBef>
                <a:spcPts val="400"/>
              </a:spcBef>
              <a:spcAft>
                <a:spcPts val="0"/>
              </a:spcAft>
              <a:buSzPts val="1000"/>
              <a:buChar char="■"/>
            </a:pPr>
            <a:r>
              <a:rPr lang="en-US" sz="2000"/>
              <a:t>state (value) and behavior (operations)</a:t>
            </a:r>
            <a:endParaRPr/>
          </a:p>
          <a:p>
            <a:pPr indent="-285750" lvl="1" marL="742950" rtl="0" algn="l">
              <a:spcBef>
                <a:spcPts val="440"/>
              </a:spcBef>
              <a:spcAft>
                <a:spcPts val="0"/>
              </a:spcAft>
              <a:buSzPts val="1210"/>
              <a:buChar char="■"/>
            </a:pPr>
            <a:r>
              <a:rPr lang="en-US" sz="2200"/>
              <a:t>Similar to program variable in programming language, except that it will typically have a complex data structure as well as specific operations defined by the programmer</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5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05" name="Google Shape;905;p5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Overview of Object-Oriented Concepts (2)</a:t>
            </a:r>
            <a:endParaRPr/>
          </a:p>
        </p:txBody>
      </p:sp>
      <p:sp>
        <p:nvSpPr>
          <p:cNvPr id="906" name="Google Shape;906;p5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In OO databases, objects may have an object structure of </a:t>
            </a:r>
            <a:r>
              <a:rPr lang="en-US" u="sng"/>
              <a:t>arbitrary complexity</a:t>
            </a:r>
            <a:r>
              <a:rPr lang="en-US"/>
              <a:t> in order to contain all of the necessary information that describes the object.  </a:t>
            </a:r>
            <a:endParaRPr/>
          </a:p>
          <a:p>
            <a:pPr indent="-342900" lvl="0" marL="342900" rtl="0" algn="l">
              <a:spcBef>
                <a:spcPts val="560"/>
              </a:spcBef>
              <a:spcAft>
                <a:spcPts val="0"/>
              </a:spcAft>
              <a:buSzPts val="1680"/>
              <a:buChar char="■"/>
            </a:pPr>
            <a:r>
              <a:rPr lang="en-US"/>
              <a:t>In contrast, in traditional database systems, information about a complex object is often scattered over many relations or records, leading to loss of direct correspondence between a real-world object and its database representation.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6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13" name="Google Shape;913;p6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Overview of Object-Oriented Concepts (3)</a:t>
            </a:r>
            <a:endParaRPr/>
          </a:p>
        </p:txBody>
      </p:sp>
      <p:sp>
        <p:nvSpPr>
          <p:cNvPr id="914" name="Google Shape;914;p6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The internal structure of an object in OOPLs includes the specification of </a:t>
            </a:r>
            <a:r>
              <a:rPr b="1" lang="en-US"/>
              <a:t>instance variables</a:t>
            </a:r>
            <a:r>
              <a:rPr lang="en-US"/>
              <a:t>, which hold the values that define the internal state of the object. </a:t>
            </a:r>
            <a:endParaRPr/>
          </a:p>
          <a:p>
            <a:pPr indent="-342900" lvl="0" marL="342900" rtl="0" algn="l">
              <a:spcBef>
                <a:spcPts val="560"/>
              </a:spcBef>
              <a:spcAft>
                <a:spcPts val="0"/>
              </a:spcAft>
              <a:buSzPts val="1680"/>
              <a:buChar char="■"/>
            </a:pPr>
            <a:r>
              <a:rPr lang="en-US"/>
              <a:t>An instance variable is similar to the concept of an attribute, except that instance variables may be encapsulated within the object and thus are not necessarily visible to external users</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6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21" name="Google Shape;921;p6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Overview of Object-Oriented Concepts (4) </a:t>
            </a:r>
            <a:br>
              <a:rPr lang="en-US" sz="3200"/>
            </a:br>
            <a:endParaRPr sz="3200"/>
          </a:p>
        </p:txBody>
      </p:sp>
      <p:sp>
        <p:nvSpPr>
          <p:cNvPr id="922" name="Google Shape;922;p6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Some OO models insist that all operations a user can apply to an object must be predefined. This forces a complete encapsulation of objects.</a:t>
            </a:r>
            <a:endParaRPr/>
          </a:p>
          <a:p>
            <a:pPr indent="-342900" lvl="0" marL="342900" rtl="0" algn="l">
              <a:spcBef>
                <a:spcPts val="560"/>
              </a:spcBef>
              <a:spcAft>
                <a:spcPts val="0"/>
              </a:spcAft>
              <a:buSzPts val="1680"/>
              <a:buChar char="■"/>
            </a:pPr>
            <a:r>
              <a:rPr lang="en-US"/>
              <a:t>To encourage </a:t>
            </a:r>
            <a:r>
              <a:rPr b="1" lang="en-US"/>
              <a:t>encapsulation</a:t>
            </a:r>
            <a:r>
              <a:rPr lang="en-US"/>
              <a:t>, an operation is defined in two parts:</a:t>
            </a:r>
            <a:endParaRPr/>
          </a:p>
          <a:p>
            <a:pPr indent="-285750" lvl="1" marL="742950" rtl="0" algn="l">
              <a:spcBef>
                <a:spcPts val="520"/>
              </a:spcBef>
              <a:spcAft>
                <a:spcPts val="0"/>
              </a:spcAft>
              <a:buSzPts val="1430"/>
              <a:buChar char="■"/>
            </a:pPr>
            <a:r>
              <a:rPr b="1" lang="en-US"/>
              <a:t>signature</a:t>
            </a:r>
            <a:r>
              <a:rPr lang="en-US"/>
              <a:t> or </a:t>
            </a:r>
            <a:r>
              <a:rPr b="1" lang="en-US"/>
              <a:t>interface</a:t>
            </a:r>
            <a:r>
              <a:rPr lang="en-US"/>
              <a:t> of the operation, specifies the operation name and arguments (or parameters). </a:t>
            </a:r>
            <a:endParaRPr/>
          </a:p>
          <a:p>
            <a:pPr indent="-285750" lvl="1" marL="742950" rtl="0" algn="l">
              <a:spcBef>
                <a:spcPts val="520"/>
              </a:spcBef>
              <a:spcAft>
                <a:spcPts val="0"/>
              </a:spcAft>
              <a:buSzPts val="1430"/>
              <a:buChar char="■"/>
            </a:pPr>
            <a:r>
              <a:rPr b="1" lang="en-US"/>
              <a:t>method</a:t>
            </a:r>
            <a:r>
              <a:rPr lang="en-US"/>
              <a:t> or </a:t>
            </a:r>
            <a:r>
              <a:rPr b="1" lang="en-US"/>
              <a:t>body</a:t>
            </a:r>
            <a:r>
              <a:rPr lang="en-US"/>
              <a:t>, specifies the implementation of the operation.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6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29" name="Google Shape;929;p6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Overview of Object-Oriented Concepts (5)</a:t>
            </a:r>
            <a:endParaRPr/>
          </a:p>
        </p:txBody>
      </p:sp>
      <p:sp>
        <p:nvSpPr>
          <p:cNvPr id="930" name="Google Shape;930;p6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Operations can be invoked by passing a message to an object, which includes the </a:t>
            </a:r>
            <a:r>
              <a:rPr b="1" lang="en-US"/>
              <a:t>operation name</a:t>
            </a:r>
            <a:r>
              <a:rPr lang="en-US"/>
              <a:t> and the </a:t>
            </a:r>
            <a:r>
              <a:rPr b="1" lang="en-US"/>
              <a:t>parameters</a:t>
            </a:r>
            <a:r>
              <a:rPr lang="en-US"/>
              <a:t>.</a:t>
            </a:r>
            <a:endParaRPr/>
          </a:p>
          <a:p>
            <a:pPr indent="-285750" lvl="1" marL="742950" rtl="0" algn="l">
              <a:spcBef>
                <a:spcPts val="520"/>
              </a:spcBef>
              <a:spcAft>
                <a:spcPts val="0"/>
              </a:spcAft>
              <a:buSzPts val="1430"/>
              <a:buChar char="■"/>
            </a:pPr>
            <a:r>
              <a:rPr lang="en-US"/>
              <a:t>The object then executes the method for that operation. </a:t>
            </a:r>
            <a:endParaRPr/>
          </a:p>
          <a:p>
            <a:pPr indent="-342900" lvl="0" marL="342900" rtl="0" algn="l">
              <a:spcBef>
                <a:spcPts val="560"/>
              </a:spcBef>
              <a:spcAft>
                <a:spcPts val="0"/>
              </a:spcAft>
              <a:buSzPts val="1680"/>
              <a:buChar char="■"/>
            </a:pPr>
            <a:r>
              <a:rPr lang="en-US"/>
              <a:t>This encapsulation permits modification of the internal structure of an object, as well as the implementation of its operations, without the need to disturb the external programs that invoke these operations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6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37" name="Google Shape;937;p6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Overview of Object-Oriented Concepts (6)</a:t>
            </a:r>
            <a:endParaRPr/>
          </a:p>
        </p:txBody>
      </p:sp>
      <p:sp>
        <p:nvSpPr>
          <p:cNvPr id="938" name="Google Shape;938;p6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Some OO systems provide capabilities for dealing with </a:t>
            </a:r>
            <a:r>
              <a:rPr lang="en-US" u="sng"/>
              <a:t>multiple versions</a:t>
            </a:r>
            <a:r>
              <a:rPr lang="en-US"/>
              <a:t> of the same object (a feature that is essential in design and engineering applications).  </a:t>
            </a:r>
            <a:endParaRPr/>
          </a:p>
          <a:p>
            <a:pPr indent="-285750" lvl="1" marL="742950" rtl="0" algn="l">
              <a:spcBef>
                <a:spcPts val="520"/>
              </a:spcBef>
              <a:spcAft>
                <a:spcPts val="0"/>
              </a:spcAft>
              <a:buSzPts val="1430"/>
              <a:buChar char="■"/>
            </a:pPr>
            <a:r>
              <a:rPr lang="en-US"/>
              <a:t>For example, an old version of an object that represents a tested and verified design should be retained until the new version is tested and verified:</a:t>
            </a:r>
            <a:endParaRPr/>
          </a:p>
          <a:p>
            <a:pPr indent="-285750" lvl="1" marL="742950" rtl="0" algn="l">
              <a:spcBef>
                <a:spcPts val="520"/>
              </a:spcBef>
              <a:spcAft>
                <a:spcPts val="0"/>
              </a:spcAft>
              <a:buSzPts val="1430"/>
              <a:buChar char="■"/>
            </a:pPr>
            <a:r>
              <a:rPr lang="en-US"/>
              <a:t>very crucial for designs in manufacturing process control, architecture , software systems …..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6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45" name="Google Shape;945;p6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Overview of Object-Oriented Concepts (7)</a:t>
            </a:r>
            <a:endParaRPr/>
          </a:p>
        </p:txBody>
      </p:sp>
      <p:sp>
        <p:nvSpPr>
          <p:cNvPr id="946" name="Google Shape;946;p6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b="1" lang="en-US"/>
              <a:t>Operator polymorphism</a:t>
            </a:r>
            <a:r>
              <a:rPr lang="en-US"/>
              <a:t>:</a:t>
            </a:r>
            <a:endParaRPr/>
          </a:p>
          <a:p>
            <a:pPr indent="-285750" lvl="1" marL="742950" rtl="0" algn="l">
              <a:spcBef>
                <a:spcPts val="520"/>
              </a:spcBef>
              <a:spcAft>
                <a:spcPts val="0"/>
              </a:spcAft>
              <a:buSzPts val="1430"/>
              <a:buChar char="■"/>
            </a:pPr>
            <a:r>
              <a:rPr lang="en-US"/>
              <a:t>This refers to an operation’s ability to be applied to different types of objects; in such a situation, an operation name may refer to several distinct implementations, depending on the type of objects it is applied to. </a:t>
            </a:r>
            <a:endParaRPr/>
          </a:p>
          <a:p>
            <a:pPr indent="-342900" lvl="0" marL="342900" rtl="0" algn="l">
              <a:spcBef>
                <a:spcPts val="560"/>
              </a:spcBef>
              <a:spcAft>
                <a:spcPts val="0"/>
              </a:spcAft>
              <a:buSzPts val="1680"/>
              <a:buChar char="■"/>
            </a:pPr>
            <a:r>
              <a:rPr lang="en-US"/>
              <a:t>This feature is also called </a:t>
            </a:r>
            <a:r>
              <a:rPr b="1" lang="en-US"/>
              <a:t>operator overloading</a:t>
            </a:r>
            <a:endParaRPr/>
          </a:p>
          <a:p>
            <a:pPr indent="-194944" lvl="1" marL="742950" rtl="0" algn="l">
              <a:spcBef>
                <a:spcPts val="520"/>
              </a:spcBef>
              <a:spcAft>
                <a:spcPts val="0"/>
              </a:spcAft>
              <a:buSzPts val="1430"/>
              <a:buNone/>
            </a:pPr>
            <a:r>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6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53" name="Google Shape;953;p6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20.2 Object Identity, Object Structure, and Type Constructors (1)</a:t>
            </a:r>
            <a:endParaRPr/>
          </a:p>
        </p:txBody>
      </p:sp>
      <p:sp>
        <p:nvSpPr>
          <p:cNvPr id="954" name="Google Shape;954;p6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b="1" lang="en-US"/>
              <a:t>Unique Identity</a:t>
            </a:r>
            <a:r>
              <a:rPr lang="en-US"/>
              <a:t>:</a:t>
            </a:r>
            <a:endParaRPr/>
          </a:p>
          <a:p>
            <a:pPr indent="-285750" lvl="1" marL="742950" rtl="0" algn="l">
              <a:lnSpc>
                <a:spcPct val="90000"/>
              </a:lnSpc>
              <a:spcBef>
                <a:spcPts val="520"/>
              </a:spcBef>
              <a:spcAft>
                <a:spcPts val="0"/>
              </a:spcAft>
              <a:buSzPts val="1430"/>
              <a:buChar char="■"/>
            </a:pPr>
            <a:r>
              <a:rPr lang="en-US"/>
              <a:t>An OO database system provides a unique identity to each independent object stored in the database.</a:t>
            </a:r>
            <a:endParaRPr/>
          </a:p>
          <a:p>
            <a:pPr indent="-228600" lvl="2" marL="1143000" rtl="0" algn="l">
              <a:lnSpc>
                <a:spcPct val="90000"/>
              </a:lnSpc>
              <a:spcBef>
                <a:spcPts val="480"/>
              </a:spcBef>
              <a:spcAft>
                <a:spcPts val="0"/>
              </a:spcAft>
              <a:buSzPts val="1200"/>
              <a:buChar char="■"/>
            </a:pPr>
            <a:r>
              <a:rPr lang="en-US"/>
              <a:t>This unique identity is typically implemented via a unique, system-generated </a:t>
            </a:r>
            <a:r>
              <a:rPr b="1" lang="en-US"/>
              <a:t>object identifier</a:t>
            </a:r>
            <a:r>
              <a:rPr lang="en-US"/>
              <a:t>, or </a:t>
            </a:r>
            <a:r>
              <a:rPr b="1" lang="en-US"/>
              <a:t>OID</a:t>
            </a:r>
            <a:endParaRPr/>
          </a:p>
          <a:p>
            <a:pPr indent="-342900" lvl="0" marL="342900" rtl="0" algn="l">
              <a:lnSpc>
                <a:spcPct val="90000"/>
              </a:lnSpc>
              <a:spcBef>
                <a:spcPts val="560"/>
              </a:spcBef>
              <a:spcAft>
                <a:spcPts val="0"/>
              </a:spcAft>
              <a:buSzPts val="1680"/>
              <a:buChar char="■"/>
            </a:pPr>
            <a:r>
              <a:rPr lang="en-US"/>
              <a:t>The main property required of an OID is that it be </a:t>
            </a:r>
            <a:r>
              <a:rPr b="1" lang="en-US"/>
              <a:t>immutable</a:t>
            </a:r>
            <a:endParaRPr/>
          </a:p>
          <a:p>
            <a:pPr indent="-285750" lvl="1" marL="742950" rtl="0" algn="l">
              <a:lnSpc>
                <a:spcPct val="90000"/>
              </a:lnSpc>
              <a:spcBef>
                <a:spcPts val="520"/>
              </a:spcBef>
              <a:spcAft>
                <a:spcPts val="0"/>
              </a:spcAft>
              <a:buSzPts val="1430"/>
              <a:buChar char="■"/>
            </a:pPr>
            <a:r>
              <a:rPr lang="en-US"/>
              <a:t>Specifically, the OID value of a particular object should not change.</a:t>
            </a:r>
            <a:endParaRPr/>
          </a:p>
          <a:p>
            <a:pPr indent="-285750" lvl="1" marL="742950" rtl="0" algn="l">
              <a:lnSpc>
                <a:spcPct val="90000"/>
              </a:lnSpc>
              <a:spcBef>
                <a:spcPts val="520"/>
              </a:spcBef>
              <a:spcAft>
                <a:spcPts val="0"/>
              </a:spcAft>
              <a:buSzPts val="1430"/>
              <a:buChar char="■"/>
            </a:pPr>
            <a:r>
              <a:rPr lang="en-US"/>
              <a:t>This preserves the identity of the real-world object being represented.</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6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61" name="Google Shape;961;p6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(2) </a:t>
            </a:r>
            <a:endParaRPr/>
          </a:p>
        </p:txBody>
      </p:sp>
      <p:sp>
        <p:nvSpPr>
          <p:cNvPr id="962" name="Google Shape;962;p6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440"/>
              <a:buChar char="■"/>
            </a:pPr>
            <a:r>
              <a:rPr b="1" lang="en-US" sz="2400"/>
              <a:t>Type Constructors</a:t>
            </a:r>
            <a:r>
              <a:rPr lang="en-US" sz="2400"/>
              <a:t>:</a:t>
            </a:r>
            <a:endParaRPr/>
          </a:p>
          <a:p>
            <a:pPr indent="-285750" lvl="1" marL="742950" rtl="0" algn="l">
              <a:lnSpc>
                <a:spcPct val="90000"/>
              </a:lnSpc>
              <a:spcBef>
                <a:spcPts val="440"/>
              </a:spcBef>
              <a:spcAft>
                <a:spcPts val="0"/>
              </a:spcAft>
              <a:buSzPts val="1210"/>
              <a:buChar char="■"/>
            </a:pPr>
            <a:r>
              <a:rPr lang="en-US" sz="2200"/>
              <a:t>In OO databases, the state (current value) of a complex object may be constructed from other objects (or other values) by using certain type constructors.</a:t>
            </a:r>
            <a:endParaRPr/>
          </a:p>
          <a:p>
            <a:pPr indent="-342900" lvl="0" marL="342900" rtl="0" algn="l">
              <a:lnSpc>
                <a:spcPct val="90000"/>
              </a:lnSpc>
              <a:spcBef>
                <a:spcPts val="480"/>
              </a:spcBef>
              <a:spcAft>
                <a:spcPts val="0"/>
              </a:spcAft>
              <a:buSzPts val="1440"/>
              <a:buChar char="■"/>
            </a:pPr>
            <a:r>
              <a:rPr lang="en-US" sz="2400"/>
              <a:t>The three most basic constructors are </a:t>
            </a:r>
            <a:r>
              <a:rPr b="1" lang="en-US" sz="2400"/>
              <a:t>atom</a:t>
            </a:r>
            <a:r>
              <a:rPr lang="en-US" sz="2400"/>
              <a:t>, </a:t>
            </a:r>
            <a:r>
              <a:rPr b="1" lang="en-US" sz="2400"/>
              <a:t>tuple</a:t>
            </a:r>
            <a:r>
              <a:rPr lang="en-US" sz="2400"/>
              <a:t>, and </a:t>
            </a:r>
            <a:r>
              <a:rPr b="1" lang="en-US" sz="2400"/>
              <a:t>set</a:t>
            </a:r>
            <a:r>
              <a:rPr lang="en-US" sz="2400"/>
              <a:t>. </a:t>
            </a:r>
            <a:endParaRPr/>
          </a:p>
          <a:p>
            <a:pPr indent="-342900" lvl="0" marL="342900" rtl="0" algn="l">
              <a:lnSpc>
                <a:spcPct val="90000"/>
              </a:lnSpc>
              <a:spcBef>
                <a:spcPts val="480"/>
              </a:spcBef>
              <a:spcAft>
                <a:spcPts val="0"/>
              </a:spcAft>
              <a:buSzPts val="1440"/>
              <a:buChar char="■"/>
            </a:pPr>
            <a:r>
              <a:rPr lang="en-US" sz="2400"/>
              <a:t>Other commonly used constructors include </a:t>
            </a:r>
            <a:r>
              <a:rPr b="1" lang="en-US" sz="2400"/>
              <a:t>list</a:t>
            </a:r>
            <a:r>
              <a:rPr lang="en-US" sz="2400"/>
              <a:t>, </a:t>
            </a:r>
            <a:r>
              <a:rPr b="1" lang="en-US" sz="2400"/>
              <a:t>bag</a:t>
            </a:r>
            <a:r>
              <a:rPr lang="en-US" sz="2400"/>
              <a:t>, and </a:t>
            </a:r>
            <a:r>
              <a:rPr b="1" lang="en-US" sz="2400"/>
              <a:t>array</a:t>
            </a:r>
            <a:r>
              <a:rPr lang="en-US" sz="2400"/>
              <a:t>.</a:t>
            </a:r>
            <a:endParaRPr/>
          </a:p>
          <a:p>
            <a:pPr indent="-342900" lvl="0" marL="342900" rtl="0" algn="l">
              <a:lnSpc>
                <a:spcPct val="90000"/>
              </a:lnSpc>
              <a:spcBef>
                <a:spcPts val="480"/>
              </a:spcBef>
              <a:spcAft>
                <a:spcPts val="0"/>
              </a:spcAft>
              <a:buSzPts val="1440"/>
              <a:buChar char="■"/>
            </a:pPr>
            <a:r>
              <a:rPr lang="en-US" sz="2400"/>
              <a:t>The atom constructor is used to represent all basic atomic values, such as integers, real numbers, character strings, Booleans, and any other basic data types that the system supports directly.</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6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69" name="Google Shape;969;p6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(3)</a:t>
            </a:r>
            <a:endParaRPr/>
          </a:p>
        </p:txBody>
      </p:sp>
      <p:sp>
        <p:nvSpPr>
          <p:cNvPr id="970" name="Google Shape;970;p6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Example 1</a:t>
            </a:r>
            <a:endParaRPr/>
          </a:p>
          <a:p>
            <a:pPr indent="-285750" lvl="1" marL="742950" rtl="0" algn="l">
              <a:spcBef>
                <a:spcPts val="520"/>
              </a:spcBef>
              <a:spcAft>
                <a:spcPts val="0"/>
              </a:spcAft>
              <a:buSzPts val="1430"/>
              <a:buChar char="■"/>
            </a:pPr>
            <a:r>
              <a:rPr lang="en-US"/>
              <a:t>One possible relational database state corresponding to COMPANY schema</a:t>
            </a:r>
            <a:endParaRPr/>
          </a:p>
        </p:txBody>
      </p:sp>
      <p:pic>
        <p:nvPicPr>
          <p:cNvPr descr="asb 1" id="971" name="Google Shape;971;p67"/>
          <p:cNvPicPr preferRelativeResize="0"/>
          <p:nvPr/>
        </p:nvPicPr>
        <p:blipFill rotWithShape="1">
          <a:blip r:embed="rId3">
            <a:alphaModFix/>
          </a:blip>
          <a:srcRect b="0" l="0" r="0" t="0"/>
          <a:stretch/>
        </p:blipFill>
        <p:spPr>
          <a:xfrm>
            <a:off x="1524000" y="3049588"/>
            <a:ext cx="8915400" cy="2894012"/>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6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78" name="Google Shape;978;p6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(4)</a:t>
            </a:r>
            <a:endParaRPr/>
          </a:p>
        </p:txBody>
      </p:sp>
      <p:sp>
        <p:nvSpPr>
          <p:cNvPr id="979" name="Google Shape;979;p6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Example 1 (contd.):</a:t>
            </a:r>
            <a:endParaRPr/>
          </a:p>
        </p:txBody>
      </p:sp>
      <p:pic>
        <p:nvPicPr>
          <p:cNvPr descr="asb2" id="980" name="Google Shape;980;p68"/>
          <p:cNvPicPr preferRelativeResize="0"/>
          <p:nvPr/>
        </p:nvPicPr>
        <p:blipFill rotWithShape="1">
          <a:blip r:embed="rId3">
            <a:alphaModFix/>
          </a:blip>
          <a:srcRect b="0" l="0" r="0" t="0"/>
          <a:stretch/>
        </p:blipFill>
        <p:spPr>
          <a:xfrm>
            <a:off x="3276600" y="2190750"/>
            <a:ext cx="5257800" cy="44386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6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87" name="Google Shape;987;p6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(5)</a:t>
            </a:r>
            <a:endParaRPr/>
          </a:p>
        </p:txBody>
      </p:sp>
      <p:sp>
        <p:nvSpPr>
          <p:cNvPr id="988" name="Google Shape;988;p6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Example 1 (contd.)</a:t>
            </a:r>
            <a:endParaRPr/>
          </a:p>
        </p:txBody>
      </p:sp>
      <p:pic>
        <p:nvPicPr>
          <p:cNvPr descr="asb3" id="989" name="Google Shape;989;p69"/>
          <p:cNvPicPr preferRelativeResize="0"/>
          <p:nvPr/>
        </p:nvPicPr>
        <p:blipFill rotWithShape="1">
          <a:blip r:embed="rId3">
            <a:alphaModFix/>
          </a:blip>
          <a:srcRect b="0" l="0" r="0" t="0"/>
          <a:stretch/>
        </p:blipFill>
        <p:spPr>
          <a:xfrm>
            <a:off x="1600200" y="2335214"/>
            <a:ext cx="8763000" cy="3836987"/>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96" name="Google Shape;996;p7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(6)</a:t>
            </a:r>
            <a:endParaRPr/>
          </a:p>
        </p:txBody>
      </p:sp>
      <p:sp>
        <p:nvSpPr>
          <p:cNvPr id="997" name="Google Shape;997;p7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lang="en-US"/>
              <a:t>Example 1 (contd.)</a:t>
            </a:r>
            <a:endParaRPr/>
          </a:p>
          <a:p>
            <a:pPr indent="-285750" lvl="1" marL="742950" rtl="0" algn="l">
              <a:lnSpc>
                <a:spcPct val="90000"/>
              </a:lnSpc>
              <a:spcBef>
                <a:spcPts val="520"/>
              </a:spcBef>
              <a:spcAft>
                <a:spcPts val="0"/>
              </a:spcAft>
              <a:buSzPts val="1430"/>
              <a:buChar char="■"/>
            </a:pPr>
            <a:r>
              <a:rPr lang="en-US"/>
              <a:t>We use i</a:t>
            </a:r>
            <a:r>
              <a:rPr baseline="-25000" lang="en-US"/>
              <a:t>1</a:t>
            </a:r>
            <a:r>
              <a:rPr lang="en-US"/>
              <a:t>, i</a:t>
            </a:r>
            <a:r>
              <a:rPr baseline="-25000" lang="en-US"/>
              <a:t>2</a:t>
            </a:r>
            <a:r>
              <a:rPr lang="en-US"/>
              <a:t>, i</a:t>
            </a:r>
            <a:r>
              <a:rPr baseline="-25000" lang="en-US"/>
              <a:t>3</a:t>
            </a:r>
            <a:r>
              <a:rPr lang="en-US"/>
              <a:t>, . . . to stand for unique system-generated object identifiers. Consider the following objects:</a:t>
            </a:r>
            <a:endParaRPr/>
          </a:p>
          <a:p>
            <a:pPr indent="-228600" lvl="2" marL="1143000" rtl="0" algn="l">
              <a:lnSpc>
                <a:spcPct val="90000"/>
              </a:lnSpc>
              <a:spcBef>
                <a:spcPts val="480"/>
              </a:spcBef>
              <a:spcAft>
                <a:spcPts val="0"/>
              </a:spcAft>
              <a:buSzPts val="1200"/>
              <a:buChar char="■"/>
            </a:pPr>
            <a:r>
              <a:rPr lang="en-US"/>
              <a:t>o</a:t>
            </a:r>
            <a:r>
              <a:rPr baseline="-25000" lang="en-US"/>
              <a:t>1</a:t>
            </a:r>
            <a:r>
              <a:rPr lang="en-US"/>
              <a:t> = (i</a:t>
            </a:r>
            <a:r>
              <a:rPr baseline="-25000" lang="en-US"/>
              <a:t>1</a:t>
            </a:r>
            <a:r>
              <a:rPr lang="en-US"/>
              <a:t>, atom, ‘Houston’)</a:t>
            </a:r>
            <a:endParaRPr/>
          </a:p>
          <a:p>
            <a:pPr indent="-228600" lvl="2" marL="1143000" rtl="0" algn="l">
              <a:lnSpc>
                <a:spcPct val="90000"/>
              </a:lnSpc>
              <a:spcBef>
                <a:spcPts val="480"/>
              </a:spcBef>
              <a:spcAft>
                <a:spcPts val="0"/>
              </a:spcAft>
              <a:buSzPts val="1200"/>
              <a:buChar char="■"/>
            </a:pPr>
            <a:r>
              <a:rPr lang="en-US"/>
              <a:t>o</a:t>
            </a:r>
            <a:r>
              <a:rPr baseline="-25000" lang="en-US"/>
              <a:t>2</a:t>
            </a:r>
            <a:r>
              <a:rPr lang="en-US"/>
              <a:t> = (i</a:t>
            </a:r>
            <a:r>
              <a:rPr baseline="-25000" lang="en-US"/>
              <a:t>2</a:t>
            </a:r>
            <a:r>
              <a:rPr lang="en-US"/>
              <a:t>, atom, ‘Bellaire’)</a:t>
            </a:r>
            <a:endParaRPr/>
          </a:p>
          <a:p>
            <a:pPr indent="-228600" lvl="2" marL="1143000" rtl="0" algn="l">
              <a:lnSpc>
                <a:spcPct val="90000"/>
              </a:lnSpc>
              <a:spcBef>
                <a:spcPts val="480"/>
              </a:spcBef>
              <a:spcAft>
                <a:spcPts val="0"/>
              </a:spcAft>
              <a:buSzPts val="1200"/>
              <a:buChar char="■"/>
            </a:pPr>
            <a:r>
              <a:rPr lang="en-US"/>
              <a:t>o</a:t>
            </a:r>
            <a:r>
              <a:rPr baseline="-25000" lang="en-US"/>
              <a:t>3</a:t>
            </a:r>
            <a:r>
              <a:rPr lang="en-US"/>
              <a:t> = (i</a:t>
            </a:r>
            <a:r>
              <a:rPr baseline="-25000" lang="en-US"/>
              <a:t>3</a:t>
            </a:r>
            <a:r>
              <a:rPr lang="en-US"/>
              <a:t>, atom, ‘Sugarland’)</a:t>
            </a:r>
            <a:endParaRPr/>
          </a:p>
          <a:p>
            <a:pPr indent="-228600" lvl="2" marL="1143000" rtl="0" algn="l">
              <a:lnSpc>
                <a:spcPct val="90000"/>
              </a:lnSpc>
              <a:spcBef>
                <a:spcPts val="480"/>
              </a:spcBef>
              <a:spcAft>
                <a:spcPts val="0"/>
              </a:spcAft>
              <a:buSzPts val="1200"/>
              <a:buChar char="■"/>
            </a:pPr>
            <a:r>
              <a:rPr lang="en-US"/>
              <a:t>o</a:t>
            </a:r>
            <a:r>
              <a:rPr baseline="-25000" lang="en-US"/>
              <a:t>4</a:t>
            </a:r>
            <a:r>
              <a:rPr lang="en-US"/>
              <a:t> = (i</a:t>
            </a:r>
            <a:r>
              <a:rPr baseline="-25000" lang="en-US"/>
              <a:t>4</a:t>
            </a:r>
            <a:r>
              <a:rPr lang="en-US"/>
              <a:t>, atom, 5)</a:t>
            </a:r>
            <a:endParaRPr/>
          </a:p>
          <a:p>
            <a:pPr indent="-228600" lvl="2" marL="1143000" rtl="0" algn="l">
              <a:lnSpc>
                <a:spcPct val="90000"/>
              </a:lnSpc>
              <a:spcBef>
                <a:spcPts val="480"/>
              </a:spcBef>
              <a:spcAft>
                <a:spcPts val="0"/>
              </a:spcAft>
              <a:buSzPts val="1200"/>
              <a:buChar char="■"/>
            </a:pPr>
            <a:r>
              <a:rPr lang="en-US"/>
              <a:t>o</a:t>
            </a:r>
            <a:r>
              <a:rPr baseline="-25000" lang="en-US"/>
              <a:t>5</a:t>
            </a:r>
            <a:r>
              <a:rPr lang="en-US"/>
              <a:t> = (i</a:t>
            </a:r>
            <a:r>
              <a:rPr baseline="-25000" lang="en-US"/>
              <a:t>5</a:t>
            </a:r>
            <a:r>
              <a:rPr lang="en-US"/>
              <a:t>, atom, ‘Research’)</a:t>
            </a:r>
            <a:endParaRPr/>
          </a:p>
          <a:p>
            <a:pPr indent="-228600" lvl="2" marL="1143000" rtl="0" algn="l">
              <a:lnSpc>
                <a:spcPct val="90000"/>
              </a:lnSpc>
              <a:spcBef>
                <a:spcPts val="480"/>
              </a:spcBef>
              <a:spcAft>
                <a:spcPts val="0"/>
              </a:spcAft>
              <a:buSzPts val="1200"/>
              <a:buChar char="■"/>
            </a:pPr>
            <a:r>
              <a:rPr lang="en-US"/>
              <a:t>o</a:t>
            </a:r>
            <a:r>
              <a:rPr baseline="-25000" lang="en-US"/>
              <a:t>6</a:t>
            </a:r>
            <a:r>
              <a:rPr lang="en-US"/>
              <a:t> = (i</a:t>
            </a:r>
            <a:r>
              <a:rPr baseline="-25000" lang="en-US"/>
              <a:t>6</a:t>
            </a:r>
            <a:r>
              <a:rPr lang="en-US"/>
              <a:t>, atom, ‘1988-05-22’)</a:t>
            </a:r>
            <a:endParaRPr/>
          </a:p>
          <a:p>
            <a:pPr indent="-228600" lvl="2" marL="1143000" rtl="0" algn="l">
              <a:lnSpc>
                <a:spcPct val="90000"/>
              </a:lnSpc>
              <a:spcBef>
                <a:spcPts val="480"/>
              </a:spcBef>
              <a:spcAft>
                <a:spcPts val="0"/>
              </a:spcAft>
              <a:buSzPts val="1200"/>
              <a:buChar char="■"/>
            </a:pPr>
            <a:r>
              <a:rPr lang="en-US"/>
              <a:t>o</a:t>
            </a:r>
            <a:r>
              <a:rPr baseline="-25000" lang="en-US"/>
              <a:t>7</a:t>
            </a:r>
            <a:r>
              <a:rPr lang="en-US"/>
              <a:t> = (i</a:t>
            </a:r>
            <a:r>
              <a:rPr baseline="-25000" lang="en-US"/>
              <a:t>7</a:t>
            </a:r>
            <a:r>
              <a:rPr lang="en-US"/>
              <a:t>, set, {i1, i2, i3})</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7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04" name="Google Shape;1004;p7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(7)</a:t>
            </a:r>
            <a:endParaRPr/>
          </a:p>
        </p:txBody>
      </p:sp>
      <p:sp>
        <p:nvSpPr>
          <p:cNvPr id="1005" name="Google Shape;1005;p7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Example 1(contd.)</a:t>
            </a:r>
            <a:endParaRPr/>
          </a:p>
          <a:p>
            <a:pPr indent="-228600" lvl="2" marL="1143000" rtl="0" algn="l">
              <a:spcBef>
                <a:spcPts val="480"/>
              </a:spcBef>
              <a:spcAft>
                <a:spcPts val="0"/>
              </a:spcAft>
              <a:buSzPts val="1200"/>
              <a:buChar char="■"/>
            </a:pPr>
            <a:r>
              <a:rPr lang="en-US"/>
              <a:t>o</a:t>
            </a:r>
            <a:r>
              <a:rPr baseline="-25000" lang="en-US"/>
              <a:t>8</a:t>
            </a:r>
            <a:r>
              <a:rPr lang="en-US"/>
              <a:t> = (i</a:t>
            </a:r>
            <a:r>
              <a:rPr baseline="-25000" lang="en-US"/>
              <a:t>8</a:t>
            </a:r>
            <a:r>
              <a:rPr lang="en-US"/>
              <a:t>, tuple, &lt;dname:i</a:t>
            </a:r>
            <a:r>
              <a:rPr baseline="-25000" lang="en-US"/>
              <a:t>5</a:t>
            </a:r>
            <a:r>
              <a:rPr lang="en-US"/>
              <a:t>, dnumber:i</a:t>
            </a:r>
            <a:r>
              <a:rPr baseline="-25000" lang="en-US"/>
              <a:t>4</a:t>
            </a:r>
            <a:r>
              <a:rPr lang="en-US"/>
              <a:t>, mgr:i</a:t>
            </a:r>
            <a:r>
              <a:rPr baseline="-25000" lang="en-US"/>
              <a:t>9</a:t>
            </a:r>
            <a:r>
              <a:rPr lang="en-US"/>
              <a:t>, locations:i</a:t>
            </a:r>
            <a:r>
              <a:rPr baseline="-25000" lang="en-US"/>
              <a:t>7</a:t>
            </a:r>
            <a:r>
              <a:rPr lang="en-US"/>
              <a:t>, employees:i</a:t>
            </a:r>
            <a:r>
              <a:rPr baseline="-25000" lang="en-US"/>
              <a:t>10</a:t>
            </a:r>
            <a:r>
              <a:rPr lang="en-US"/>
              <a:t>, projects:i</a:t>
            </a:r>
            <a:r>
              <a:rPr baseline="-25000" lang="en-US"/>
              <a:t>11</a:t>
            </a:r>
            <a:r>
              <a:rPr lang="en-US"/>
              <a:t>&gt;)</a:t>
            </a:r>
            <a:endParaRPr/>
          </a:p>
          <a:p>
            <a:pPr indent="-228600" lvl="2" marL="1143000" rtl="0" algn="l">
              <a:spcBef>
                <a:spcPts val="480"/>
              </a:spcBef>
              <a:spcAft>
                <a:spcPts val="0"/>
              </a:spcAft>
              <a:buSzPts val="1200"/>
              <a:buChar char="■"/>
            </a:pPr>
            <a:r>
              <a:rPr lang="en-US"/>
              <a:t>o</a:t>
            </a:r>
            <a:r>
              <a:rPr baseline="-25000" lang="en-US"/>
              <a:t>9</a:t>
            </a:r>
            <a:r>
              <a:rPr lang="en-US"/>
              <a:t> = (i</a:t>
            </a:r>
            <a:r>
              <a:rPr baseline="-25000" lang="en-US"/>
              <a:t>9</a:t>
            </a:r>
            <a:r>
              <a:rPr lang="en-US"/>
              <a:t>, tuple, &lt;manager:i</a:t>
            </a:r>
            <a:r>
              <a:rPr baseline="-25000" lang="en-US"/>
              <a:t>1</a:t>
            </a:r>
            <a:r>
              <a:rPr lang="en-US"/>
              <a:t>2, manager_start_date:i</a:t>
            </a:r>
            <a:r>
              <a:rPr baseline="-25000" lang="en-US"/>
              <a:t>6</a:t>
            </a:r>
            <a:r>
              <a:rPr lang="en-US"/>
              <a:t>&gt;)</a:t>
            </a:r>
            <a:endParaRPr/>
          </a:p>
          <a:p>
            <a:pPr indent="-228600" lvl="2" marL="1143000" rtl="0" algn="l">
              <a:spcBef>
                <a:spcPts val="480"/>
              </a:spcBef>
              <a:spcAft>
                <a:spcPts val="0"/>
              </a:spcAft>
              <a:buSzPts val="1200"/>
              <a:buChar char="■"/>
            </a:pPr>
            <a:r>
              <a:rPr lang="en-US"/>
              <a:t>o</a:t>
            </a:r>
            <a:r>
              <a:rPr baseline="-25000" lang="en-US"/>
              <a:t>10</a:t>
            </a:r>
            <a:r>
              <a:rPr lang="en-US"/>
              <a:t> = (i</a:t>
            </a:r>
            <a:r>
              <a:rPr baseline="-25000" lang="en-US"/>
              <a:t>10</a:t>
            </a:r>
            <a:r>
              <a:rPr lang="en-US"/>
              <a:t>, set, {i</a:t>
            </a:r>
            <a:r>
              <a:rPr baseline="-25000" lang="en-US"/>
              <a:t>12</a:t>
            </a:r>
            <a:r>
              <a:rPr lang="en-US"/>
              <a:t>, i</a:t>
            </a:r>
            <a:r>
              <a:rPr baseline="-25000" lang="en-US"/>
              <a:t>13</a:t>
            </a:r>
            <a:r>
              <a:rPr lang="en-US"/>
              <a:t>, i</a:t>
            </a:r>
            <a:r>
              <a:rPr baseline="-25000" lang="en-US"/>
              <a:t>14</a:t>
            </a:r>
            <a:r>
              <a:rPr lang="en-US"/>
              <a:t>})</a:t>
            </a:r>
            <a:endParaRPr/>
          </a:p>
          <a:p>
            <a:pPr indent="-228600" lvl="2" marL="1143000" rtl="0" algn="l">
              <a:spcBef>
                <a:spcPts val="480"/>
              </a:spcBef>
              <a:spcAft>
                <a:spcPts val="0"/>
              </a:spcAft>
              <a:buSzPts val="1200"/>
              <a:buChar char="■"/>
            </a:pPr>
            <a:r>
              <a:rPr lang="en-US"/>
              <a:t>o</a:t>
            </a:r>
            <a:r>
              <a:rPr baseline="-25000" lang="en-US"/>
              <a:t>11</a:t>
            </a:r>
            <a:r>
              <a:rPr lang="en-US"/>
              <a:t> = (i</a:t>
            </a:r>
            <a:r>
              <a:rPr baseline="-25000" lang="en-US"/>
              <a:t>11</a:t>
            </a:r>
            <a:r>
              <a:rPr lang="en-US"/>
              <a:t>, set {i</a:t>
            </a:r>
            <a:r>
              <a:rPr baseline="-25000" lang="en-US"/>
              <a:t>15</a:t>
            </a:r>
            <a:r>
              <a:rPr lang="en-US"/>
              <a:t>, i</a:t>
            </a:r>
            <a:r>
              <a:rPr baseline="-25000" lang="en-US"/>
              <a:t>16</a:t>
            </a:r>
            <a:r>
              <a:rPr lang="en-US"/>
              <a:t>, i</a:t>
            </a:r>
            <a:r>
              <a:rPr baseline="-25000" lang="en-US"/>
              <a:t>17</a:t>
            </a:r>
            <a:r>
              <a:rPr lang="en-US"/>
              <a:t>})</a:t>
            </a:r>
            <a:endParaRPr/>
          </a:p>
          <a:p>
            <a:pPr indent="-228600" lvl="2" marL="1143000" rtl="0" algn="l">
              <a:spcBef>
                <a:spcPts val="480"/>
              </a:spcBef>
              <a:spcAft>
                <a:spcPts val="0"/>
              </a:spcAft>
              <a:buSzPts val="1200"/>
              <a:buChar char="■"/>
            </a:pPr>
            <a:r>
              <a:rPr lang="en-US"/>
              <a:t>o</a:t>
            </a:r>
            <a:r>
              <a:rPr baseline="-25000" lang="en-US"/>
              <a:t>12</a:t>
            </a:r>
            <a:r>
              <a:rPr lang="en-US"/>
              <a:t> = (i</a:t>
            </a:r>
            <a:r>
              <a:rPr baseline="-25000" lang="en-US"/>
              <a:t>12</a:t>
            </a:r>
            <a:r>
              <a:rPr lang="en-US"/>
              <a:t>, tuple, &lt;fname:i</a:t>
            </a:r>
            <a:r>
              <a:rPr baseline="-25000" lang="en-US"/>
              <a:t>18</a:t>
            </a:r>
            <a:r>
              <a:rPr lang="en-US"/>
              <a:t>, minit:i</a:t>
            </a:r>
            <a:r>
              <a:rPr baseline="-25000" lang="en-US"/>
              <a:t>19</a:t>
            </a:r>
            <a:r>
              <a:rPr lang="en-US"/>
              <a:t>, lname:i</a:t>
            </a:r>
            <a:r>
              <a:rPr baseline="-25000" lang="en-US"/>
              <a:t>20</a:t>
            </a:r>
            <a:r>
              <a:rPr lang="en-US"/>
              <a:t>, ssn:i</a:t>
            </a:r>
            <a:r>
              <a:rPr baseline="-25000" lang="en-US"/>
              <a:t>21</a:t>
            </a:r>
            <a:r>
              <a:rPr lang="en-US"/>
              <a:t>, . . ., salary:i</a:t>
            </a:r>
            <a:r>
              <a:rPr baseline="-25000" lang="en-US"/>
              <a:t>26</a:t>
            </a:r>
            <a:r>
              <a:rPr lang="en-US"/>
              <a:t>, supervi­sor:i</a:t>
            </a:r>
            <a:r>
              <a:rPr baseline="-25000" lang="en-US"/>
              <a:t>27</a:t>
            </a:r>
            <a:r>
              <a:rPr lang="en-US"/>
              <a:t>, dept:i</a:t>
            </a:r>
            <a:r>
              <a:rPr baseline="-25000" lang="en-US"/>
              <a:t>8</a:t>
            </a:r>
            <a:r>
              <a:rPr lang="en-US"/>
              <a:t>&gt;)</a:t>
            </a:r>
            <a:endParaRPr/>
          </a:p>
          <a:p>
            <a:pPr indent="-228600" lvl="2" marL="1143000" rtl="0" algn="l">
              <a:spcBef>
                <a:spcPts val="480"/>
              </a:spcBef>
              <a:spcAft>
                <a:spcPts val="0"/>
              </a:spcAft>
              <a:buSzPts val="1200"/>
              <a:buChar char="■"/>
            </a:pPr>
            <a:r>
              <a:rPr lang="en-US"/>
              <a:t>. .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7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12" name="Google Shape;1012;p7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(8)</a:t>
            </a:r>
            <a:endParaRPr/>
          </a:p>
        </p:txBody>
      </p:sp>
      <p:sp>
        <p:nvSpPr>
          <p:cNvPr id="1013" name="Google Shape;1013;p7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lang="en-US"/>
              <a:t>Example 1 (contd.)</a:t>
            </a:r>
            <a:endParaRPr/>
          </a:p>
          <a:p>
            <a:pPr indent="-285750" lvl="1" marL="742950" rtl="0" algn="l">
              <a:lnSpc>
                <a:spcPct val="90000"/>
              </a:lnSpc>
              <a:spcBef>
                <a:spcPts val="520"/>
              </a:spcBef>
              <a:spcAft>
                <a:spcPts val="0"/>
              </a:spcAft>
              <a:buSzPts val="1430"/>
              <a:buChar char="■"/>
            </a:pPr>
            <a:r>
              <a:rPr lang="en-US"/>
              <a:t>The first six objects listed in this example  represent atomic values.</a:t>
            </a:r>
            <a:endParaRPr/>
          </a:p>
          <a:p>
            <a:pPr indent="-285750" lvl="1" marL="742950" rtl="0" algn="l">
              <a:lnSpc>
                <a:spcPct val="90000"/>
              </a:lnSpc>
              <a:spcBef>
                <a:spcPts val="520"/>
              </a:spcBef>
              <a:spcAft>
                <a:spcPts val="0"/>
              </a:spcAft>
              <a:buSzPts val="1430"/>
              <a:buChar char="■"/>
            </a:pPr>
            <a:r>
              <a:rPr lang="en-US"/>
              <a:t>Object seven is a set-valued object that represents the set of locations for department 5; the set refers to the atomic objects with values {‘Houston’, ‘Bellaire’, ‘Sugarland’}. </a:t>
            </a:r>
            <a:endParaRPr/>
          </a:p>
          <a:p>
            <a:pPr indent="-285750" lvl="1" marL="742950" rtl="0" algn="l">
              <a:lnSpc>
                <a:spcPct val="90000"/>
              </a:lnSpc>
              <a:spcBef>
                <a:spcPts val="520"/>
              </a:spcBef>
              <a:spcAft>
                <a:spcPts val="0"/>
              </a:spcAft>
              <a:buSzPts val="1430"/>
              <a:buChar char="■"/>
            </a:pPr>
            <a:r>
              <a:rPr lang="en-US"/>
              <a:t>Object 8 is a tuple-valued object that represents department 5 itself, and has the attributes DNAME, DNUMBER, MGR, LOCATIONS, and so on.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7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20" name="Google Shape;1020;p7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(9)</a:t>
            </a:r>
            <a:endParaRPr/>
          </a:p>
        </p:txBody>
      </p:sp>
      <p:sp>
        <p:nvSpPr>
          <p:cNvPr id="1021" name="Google Shape;1021;p7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lang="en-US"/>
              <a:t>Example 2:</a:t>
            </a:r>
            <a:endParaRPr/>
          </a:p>
          <a:p>
            <a:pPr indent="-285750" lvl="1" marL="742950" rtl="0" algn="l">
              <a:lnSpc>
                <a:spcPct val="90000"/>
              </a:lnSpc>
              <a:spcBef>
                <a:spcPts val="520"/>
              </a:spcBef>
              <a:spcAft>
                <a:spcPts val="0"/>
              </a:spcAft>
              <a:buSzPts val="1430"/>
              <a:buChar char="■"/>
            </a:pPr>
            <a:r>
              <a:rPr lang="en-US"/>
              <a:t>This example illustrates the difference between the two definitions for comparing object states for equality. </a:t>
            </a:r>
            <a:endParaRPr/>
          </a:p>
          <a:p>
            <a:pPr indent="-285750" lvl="1" marL="742950" rtl="0" algn="l">
              <a:lnSpc>
                <a:spcPct val="90000"/>
              </a:lnSpc>
              <a:spcBef>
                <a:spcPts val="520"/>
              </a:spcBef>
              <a:spcAft>
                <a:spcPts val="0"/>
              </a:spcAft>
              <a:buSzPts val="1430"/>
              <a:buChar char="■"/>
            </a:pPr>
            <a:r>
              <a:rPr lang="en-US"/>
              <a:t>	o</a:t>
            </a:r>
            <a:r>
              <a:rPr baseline="-25000" lang="en-US"/>
              <a:t>1</a:t>
            </a:r>
            <a:r>
              <a:rPr lang="en-US"/>
              <a:t> = (i</a:t>
            </a:r>
            <a:r>
              <a:rPr baseline="-25000" lang="en-US"/>
              <a:t>1</a:t>
            </a:r>
            <a:r>
              <a:rPr lang="en-US"/>
              <a:t>, tuple, &lt;a</a:t>
            </a:r>
            <a:r>
              <a:rPr baseline="-25000" lang="en-US"/>
              <a:t>1</a:t>
            </a:r>
            <a:r>
              <a:rPr lang="en-US"/>
              <a:t>:i</a:t>
            </a:r>
            <a:r>
              <a:rPr baseline="-25000" lang="en-US"/>
              <a:t>4</a:t>
            </a:r>
            <a:r>
              <a:rPr lang="en-US"/>
              <a:t>, a</a:t>
            </a:r>
            <a:r>
              <a:rPr baseline="-25000" lang="en-US"/>
              <a:t>2</a:t>
            </a:r>
            <a:r>
              <a:rPr lang="en-US"/>
              <a:t>:i</a:t>
            </a:r>
            <a:r>
              <a:rPr baseline="-25000" lang="en-US"/>
              <a:t>6</a:t>
            </a:r>
            <a:r>
              <a:rPr lang="en-US"/>
              <a:t>&gt;)</a:t>
            </a:r>
            <a:endParaRPr/>
          </a:p>
          <a:p>
            <a:pPr indent="-285750" lvl="1" marL="742950" rtl="0" algn="l">
              <a:lnSpc>
                <a:spcPct val="90000"/>
              </a:lnSpc>
              <a:spcBef>
                <a:spcPts val="520"/>
              </a:spcBef>
              <a:spcAft>
                <a:spcPts val="0"/>
              </a:spcAft>
              <a:buSzPts val="1430"/>
              <a:buChar char="■"/>
            </a:pPr>
            <a:r>
              <a:rPr lang="en-US"/>
              <a:t>	o</a:t>
            </a:r>
            <a:r>
              <a:rPr baseline="-25000" lang="en-US"/>
              <a:t>2</a:t>
            </a:r>
            <a:r>
              <a:rPr lang="en-US"/>
              <a:t> = (i</a:t>
            </a:r>
            <a:r>
              <a:rPr baseline="-25000" lang="en-US"/>
              <a:t>2</a:t>
            </a:r>
            <a:r>
              <a:rPr lang="en-US"/>
              <a:t>, tuple, &lt;a</a:t>
            </a:r>
            <a:r>
              <a:rPr baseline="-25000" lang="en-US"/>
              <a:t>1</a:t>
            </a:r>
            <a:r>
              <a:rPr lang="en-US"/>
              <a:t>:i</a:t>
            </a:r>
            <a:r>
              <a:rPr baseline="-25000" lang="en-US"/>
              <a:t>5</a:t>
            </a:r>
            <a:r>
              <a:rPr lang="en-US"/>
              <a:t>, a</a:t>
            </a:r>
            <a:r>
              <a:rPr baseline="-25000" lang="en-US"/>
              <a:t>2</a:t>
            </a:r>
            <a:r>
              <a:rPr lang="en-US"/>
              <a:t>:i</a:t>
            </a:r>
            <a:r>
              <a:rPr baseline="-25000" lang="en-US"/>
              <a:t>6</a:t>
            </a:r>
            <a:r>
              <a:rPr lang="en-US"/>
              <a:t>&gt;)</a:t>
            </a:r>
            <a:endParaRPr/>
          </a:p>
          <a:p>
            <a:pPr indent="-285750" lvl="1" marL="742950" rtl="0" algn="l">
              <a:lnSpc>
                <a:spcPct val="90000"/>
              </a:lnSpc>
              <a:spcBef>
                <a:spcPts val="520"/>
              </a:spcBef>
              <a:spcAft>
                <a:spcPts val="0"/>
              </a:spcAft>
              <a:buSzPts val="1430"/>
              <a:buChar char="■"/>
            </a:pPr>
            <a:r>
              <a:rPr lang="en-US"/>
              <a:t>	o</a:t>
            </a:r>
            <a:r>
              <a:rPr baseline="-25000" lang="en-US"/>
              <a:t>3</a:t>
            </a:r>
            <a:r>
              <a:rPr lang="en-US"/>
              <a:t> = (i</a:t>
            </a:r>
            <a:r>
              <a:rPr baseline="-25000" lang="en-US"/>
              <a:t>3</a:t>
            </a:r>
            <a:r>
              <a:rPr lang="en-US"/>
              <a:t>, tuple, &lt;a</a:t>
            </a:r>
            <a:r>
              <a:rPr baseline="-25000" lang="en-US"/>
              <a:t>1</a:t>
            </a:r>
            <a:r>
              <a:rPr lang="en-US"/>
              <a:t>:i</a:t>
            </a:r>
            <a:r>
              <a:rPr baseline="-25000" lang="en-US"/>
              <a:t>4</a:t>
            </a:r>
            <a:r>
              <a:rPr lang="en-US"/>
              <a:t>, a</a:t>
            </a:r>
            <a:r>
              <a:rPr baseline="-25000" lang="en-US"/>
              <a:t>2</a:t>
            </a:r>
            <a:r>
              <a:rPr lang="en-US"/>
              <a:t>:i</a:t>
            </a:r>
            <a:r>
              <a:rPr baseline="-25000" lang="en-US"/>
              <a:t>6</a:t>
            </a:r>
            <a:r>
              <a:rPr lang="en-US"/>
              <a:t>&gt;)</a:t>
            </a:r>
            <a:endParaRPr/>
          </a:p>
          <a:p>
            <a:pPr indent="-285750" lvl="1" marL="742950" rtl="0" algn="l">
              <a:lnSpc>
                <a:spcPct val="90000"/>
              </a:lnSpc>
              <a:spcBef>
                <a:spcPts val="520"/>
              </a:spcBef>
              <a:spcAft>
                <a:spcPts val="0"/>
              </a:spcAft>
              <a:buSzPts val="1430"/>
              <a:buChar char="■"/>
            </a:pPr>
            <a:r>
              <a:rPr lang="en-US"/>
              <a:t>	o</a:t>
            </a:r>
            <a:r>
              <a:rPr baseline="-25000" lang="en-US"/>
              <a:t>4</a:t>
            </a:r>
            <a:r>
              <a:rPr lang="en-US"/>
              <a:t> = (i</a:t>
            </a:r>
            <a:r>
              <a:rPr baseline="-25000" lang="en-US"/>
              <a:t>4</a:t>
            </a:r>
            <a:r>
              <a:rPr lang="en-US"/>
              <a:t>, atom, 10)</a:t>
            </a:r>
            <a:endParaRPr/>
          </a:p>
          <a:p>
            <a:pPr indent="-285750" lvl="1" marL="742950" rtl="0" algn="l">
              <a:lnSpc>
                <a:spcPct val="90000"/>
              </a:lnSpc>
              <a:spcBef>
                <a:spcPts val="520"/>
              </a:spcBef>
              <a:spcAft>
                <a:spcPts val="0"/>
              </a:spcAft>
              <a:buSzPts val="1430"/>
              <a:buChar char="■"/>
            </a:pPr>
            <a:r>
              <a:rPr lang="en-US"/>
              <a:t>	o</a:t>
            </a:r>
            <a:r>
              <a:rPr baseline="-25000" lang="en-US"/>
              <a:t>5</a:t>
            </a:r>
            <a:r>
              <a:rPr lang="en-US"/>
              <a:t> = (i</a:t>
            </a:r>
            <a:r>
              <a:rPr baseline="-25000" lang="en-US"/>
              <a:t>5</a:t>
            </a:r>
            <a:r>
              <a:rPr lang="en-US"/>
              <a:t>, atom, 10)</a:t>
            </a:r>
            <a:endParaRPr/>
          </a:p>
          <a:p>
            <a:pPr indent="-285750" lvl="1" marL="742950" rtl="0" algn="l">
              <a:lnSpc>
                <a:spcPct val="90000"/>
              </a:lnSpc>
              <a:spcBef>
                <a:spcPts val="520"/>
              </a:spcBef>
              <a:spcAft>
                <a:spcPts val="0"/>
              </a:spcAft>
              <a:buSzPts val="1430"/>
              <a:buChar char="■"/>
            </a:pPr>
            <a:r>
              <a:rPr lang="en-US"/>
              <a:t>	o</a:t>
            </a:r>
            <a:r>
              <a:rPr baseline="-25000" lang="en-US"/>
              <a:t>6</a:t>
            </a:r>
            <a:r>
              <a:rPr lang="en-US"/>
              <a:t> = (i</a:t>
            </a:r>
            <a:r>
              <a:rPr baseline="-25000" lang="en-US"/>
              <a:t>6</a:t>
            </a:r>
            <a:r>
              <a:rPr lang="en-US"/>
              <a:t>, atom, 20)</a:t>
            </a:r>
            <a:endParaRPr/>
          </a:p>
          <a:p>
            <a:pPr indent="-194944" lvl="1" marL="742950" rtl="0" algn="l">
              <a:lnSpc>
                <a:spcPct val="90000"/>
              </a:lnSpc>
              <a:spcBef>
                <a:spcPts val="520"/>
              </a:spcBef>
              <a:spcAft>
                <a:spcPts val="0"/>
              </a:spcAft>
              <a:buSzPts val="1430"/>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7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28" name="Google Shape;1028;p7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(10)</a:t>
            </a:r>
            <a:endParaRPr/>
          </a:p>
        </p:txBody>
      </p:sp>
      <p:sp>
        <p:nvSpPr>
          <p:cNvPr id="1029" name="Google Shape;1029;p7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lang="en-US"/>
              <a:t>Example 2 (contd.):</a:t>
            </a:r>
            <a:endParaRPr/>
          </a:p>
          <a:p>
            <a:pPr indent="-285750" lvl="1" marL="742950" rtl="0" algn="l">
              <a:lnSpc>
                <a:spcPct val="90000"/>
              </a:lnSpc>
              <a:spcBef>
                <a:spcPts val="520"/>
              </a:spcBef>
              <a:spcAft>
                <a:spcPts val="0"/>
              </a:spcAft>
              <a:buSzPts val="1430"/>
              <a:buChar char="■"/>
            </a:pPr>
            <a:r>
              <a:rPr lang="en-US"/>
              <a:t>In this example, The objects o1 and o2 have equal states, since their states at the atomic level are the same but the values are reached through distinct objects o4 and o5.  </a:t>
            </a:r>
            <a:endParaRPr/>
          </a:p>
          <a:p>
            <a:pPr indent="-285750" lvl="1" marL="742950" rtl="0" algn="l">
              <a:lnSpc>
                <a:spcPct val="90000"/>
              </a:lnSpc>
              <a:spcBef>
                <a:spcPts val="520"/>
              </a:spcBef>
              <a:spcAft>
                <a:spcPts val="0"/>
              </a:spcAft>
              <a:buSzPts val="1430"/>
              <a:buChar char="■"/>
            </a:pPr>
            <a:r>
              <a:rPr lang="en-US"/>
              <a:t>However, the states of objects o1 and o3 are identical, even though the objects themselves are not because they have distinct OIDs.</a:t>
            </a:r>
            <a:endParaRPr/>
          </a:p>
          <a:p>
            <a:pPr indent="-285750" lvl="1" marL="742950" rtl="0" algn="l">
              <a:lnSpc>
                <a:spcPct val="90000"/>
              </a:lnSpc>
              <a:spcBef>
                <a:spcPts val="520"/>
              </a:spcBef>
              <a:spcAft>
                <a:spcPts val="0"/>
              </a:spcAft>
              <a:buSzPts val="1430"/>
              <a:buChar char="■"/>
            </a:pPr>
            <a:r>
              <a:rPr lang="en-US"/>
              <a:t>Similarly, although the states of o4 and o5 are identical, the actual objects o4 and o5 are equal but not identical, because they have distinct OIDs.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7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36" name="Google Shape;1036;p7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(11)</a:t>
            </a:r>
            <a:endParaRPr/>
          </a:p>
        </p:txBody>
      </p:sp>
      <p:pic>
        <p:nvPicPr>
          <p:cNvPr descr="fig20_01" id="1037" name="Google Shape;1037;p75"/>
          <p:cNvPicPr preferRelativeResize="0"/>
          <p:nvPr/>
        </p:nvPicPr>
        <p:blipFill rotWithShape="1">
          <a:blip r:embed="rId3">
            <a:alphaModFix/>
          </a:blip>
          <a:srcRect b="0" l="0" r="0" t="0"/>
          <a:stretch/>
        </p:blipFill>
        <p:spPr>
          <a:xfrm>
            <a:off x="3962400" y="1600200"/>
            <a:ext cx="3943350" cy="49530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7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44" name="Google Shape;1044;p7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Object Identity, Object Structure, and Type Constructors (12)</a:t>
            </a:r>
            <a:endParaRPr/>
          </a:p>
        </p:txBody>
      </p:sp>
      <p:pic>
        <p:nvPicPr>
          <p:cNvPr descr="fig20_02" id="1045" name="Google Shape;1045;p76"/>
          <p:cNvPicPr preferRelativeResize="0"/>
          <p:nvPr/>
        </p:nvPicPr>
        <p:blipFill rotWithShape="1">
          <a:blip r:embed="rId3">
            <a:alphaModFix/>
          </a:blip>
          <a:srcRect b="0" l="0" r="0" t="0"/>
          <a:stretch/>
        </p:blipFill>
        <p:spPr>
          <a:xfrm>
            <a:off x="2667000" y="1600201"/>
            <a:ext cx="6705600" cy="4875213"/>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7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52" name="Google Shape;1052;p7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20.3 Encapsulation of Operations, Methods, and Persistence (1)</a:t>
            </a:r>
            <a:endParaRPr/>
          </a:p>
        </p:txBody>
      </p:sp>
      <p:sp>
        <p:nvSpPr>
          <p:cNvPr id="1053" name="Google Shape;1053;p7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b="1" lang="en-US"/>
              <a:t>Encapsulation</a:t>
            </a:r>
            <a:endParaRPr/>
          </a:p>
          <a:p>
            <a:pPr indent="-285750" lvl="1" marL="742950" rtl="0" algn="l">
              <a:spcBef>
                <a:spcPts val="520"/>
              </a:spcBef>
              <a:spcAft>
                <a:spcPts val="0"/>
              </a:spcAft>
              <a:buSzPts val="1430"/>
              <a:buChar char="■"/>
            </a:pPr>
            <a:r>
              <a:rPr lang="en-US"/>
              <a:t>One of the main characteristics of OO languages and systems</a:t>
            </a:r>
            <a:endParaRPr/>
          </a:p>
          <a:p>
            <a:pPr indent="-285750" lvl="1" marL="742950" rtl="0" algn="l">
              <a:spcBef>
                <a:spcPts val="520"/>
              </a:spcBef>
              <a:spcAft>
                <a:spcPts val="0"/>
              </a:spcAft>
              <a:buSzPts val="1430"/>
              <a:buChar char="■"/>
            </a:pPr>
            <a:r>
              <a:rPr lang="en-US"/>
              <a:t>Related to the concepts of </a:t>
            </a:r>
            <a:r>
              <a:rPr b="1" lang="en-US"/>
              <a:t>abstract data types</a:t>
            </a:r>
            <a:r>
              <a:rPr lang="en-US"/>
              <a:t> and </a:t>
            </a:r>
            <a:r>
              <a:rPr b="1" lang="en-US"/>
              <a:t>information hiding</a:t>
            </a:r>
            <a:r>
              <a:rPr lang="en-US"/>
              <a:t> in programming languages</a:t>
            </a:r>
            <a:endParaRPr/>
          </a:p>
          <a:p>
            <a:pPr indent="-236220" lvl="0" marL="342900" rtl="0" algn="l">
              <a:spcBef>
                <a:spcPts val="560"/>
              </a:spcBef>
              <a:spcAft>
                <a:spcPts val="0"/>
              </a:spcAft>
              <a:buSzPts val="1680"/>
              <a:buNone/>
            </a:pPr>
            <a:r>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7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60" name="Google Shape;1060;p7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Encapsulation of Operations, Methods, and Persistence (2)</a:t>
            </a:r>
            <a:endParaRPr/>
          </a:p>
        </p:txBody>
      </p:sp>
      <p:sp>
        <p:nvSpPr>
          <p:cNvPr id="1061" name="Google Shape;1061;p7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Specifying </a:t>
            </a:r>
            <a:r>
              <a:rPr b="1" lang="en-US"/>
              <a:t>Object Behavior</a:t>
            </a:r>
            <a:r>
              <a:rPr lang="en-US"/>
              <a:t> via Class Operations:</a:t>
            </a:r>
            <a:endParaRPr/>
          </a:p>
          <a:p>
            <a:pPr indent="-285750" lvl="1" marL="742950" rtl="0" algn="l">
              <a:spcBef>
                <a:spcPts val="520"/>
              </a:spcBef>
              <a:spcAft>
                <a:spcPts val="0"/>
              </a:spcAft>
              <a:buSzPts val="1430"/>
              <a:buChar char="■"/>
            </a:pPr>
            <a:r>
              <a:rPr lang="en-US"/>
              <a:t>The main idea is to define the </a:t>
            </a:r>
            <a:r>
              <a:rPr b="1" lang="en-US"/>
              <a:t>behavior</a:t>
            </a:r>
            <a:r>
              <a:rPr lang="en-US"/>
              <a:t> of a type of object based on the </a:t>
            </a:r>
            <a:r>
              <a:rPr b="1" lang="en-US"/>
              <a:t>operations</a:t>
            </a:r>
            <a:r>
              <a:rPr lang="en-US"/>
              <a:t> that can be externally applied to objects of that type.</a:t>
            </a:r>
            <a:endParaRPr/>
          </a:p>
          <a:p>
            <a:pPr indent="-285750" lvl="1" marL="742950" rtl="0" algn="l">
              <a:spcBef>
                <a:spcPts val="520"/>
              </a:spcBef>
              <a:spcAft>
                <a:spcPts val="0"/>
              </a:spcAft>
              <a:buSzPts val="1430"/>
              <a:buChar char="■"/>
            </a:pPr>
            <a:r>
              <a:rPr lang="en-US"/>
              <a:t>In general, the </a:t>
            </a:r>
            <a:r>
              <a:rPr b="1" lang="en-US"/>
              <a:t>implementation</a:t>
            </a:r>
            <a:r>
              <a:rPr lang="en-US"/>
              <a:t> of an operation can be specified in a </a:t>
            </a:r>
            <a:r>
              <a:rPr i="1" lang="en-US"/>
              <a:t>general-purpose programming language</a:t>
            </a:r>
            <a:r>
              <a:rPr lang="en-US"/>
              <a:t> that provides flexibility and power in defining the operations.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7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68" name="Google Shape;1068;p7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Encapsulation of Operations, Methods, and Persistence (3)</a:t>
            </a:r>
            <a:endParaRPr/>
          </a:p>
        </p:txBody>
      </p:sp>
      <p:sp>
        <p:nvSpPr>
          <p:cNvPr id="1069" name="Google Shape;1069;p7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Specifying </a:t>
            </a:r>
            <a:r>
              <a:rPr b="1" lang="en-US"/>
              <a:t>Object Behavior</a:t>
            </a:r>
            <a:r>
              <a:rPr lang="en-US"/>
              <a:t> via Class Operations (contd.):</a:t>
            </a:r>
            <a:endParaRPr/>
          </a:p>
          <a:p>
            <a:pPr indent="-285750" lvl="1" marL="742950" rtl="0" algn="l">
              <a:spcBef>
                <a:spcPts val="520"/>
              </a:spcBef>
              <a:spcAft>
                <a:spcPts val="0"/>
              </a:spcAft>
              <a:buSzPts val="1430"/>
              <a:buChar char="■"/>
            </a:pPr>
            <a:r>
              <a:rPr lang="en-US"/>
              <a:t>For database applications, the requirement that all objects be completely encapsulated is too stringent. </a:t>
            </a:r>
            <a:endParaRPr/>
          </a:p>
          <a:p>
            <a:pPr indent="-285750" lvl="1" marL="742950" rtl="0" algn="l">
              <a:spcBef>
                <a:spcPts val="520"/>
              </a:spcBef>
              <a:spcAft>
                <a:spcPts val="0"/>
              </a:spcAft>
              <a:buSzPts val="1430"/>
              <a:buChar char="■"/>
            </a:pPr>
            <a:r>
              <a:rPr lang="en-US"/>
              <a:t>One way of relaxing this requirement is to divide the structure of an object into visible and </a:t>
            </a:r>
            <a:r>
              <a:rPr b="1" lang="en-US"/>
              <a:t>hidden attributes</a:t>
            </a:r>
            <a:r>
              <a:rPr lang="en-US"/>
              <a:t> (</a:t>
            </a:r>
            <a:r>
              <a:rPr b="1" lang="en-US"/>
              <a:t>instance variables</a:t>
            </a:r>
            <a:r>
              <a:rPr lang="en-US"/>
              <a:t>).</a:t>
            </a:r>
            <a:endParaRPr/>
          </a:p>
          <a:p>
            <a:pPr indent="-194944" lvl="1" marL="742950" rtl="0" algn="l">
              <a:spcBef>
                <a:spcPts val="520"/>
              </a:spcBef>
              <a:spcAft>
                <a:spcPts val="0"/>
              </a:spcAft>
              <a:buSzPts val="1430"/>
              <a:buNone/>
            </a:pPr>
            <a:r>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8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76" name="Google Shape;1076;p8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Encapsulation of Operations, Methods, and Persistence (4)</a:t>
            </a:r>
            <a:endParaRPr/>
          </a:p>
        </p:txBody>
      </p:sp>
      <p:pic>
        <p:nvPicPr>
          <p:cNvPr descr="fig20_03" id="1077" name="Google Shape;1077;p80"/>
          <p:cNvPicPr preferRelativeResize="0"/>
          <p:nvPr/>
        </p:nvPicPr>
        <p:blipFill rotWithShape="1">
          <a:blip r:embed="rId3">
            <a:alphaModFix/>
          </a:blip>
          <a:srcRect b="0" l="0" r="0" t="0"/>
          <a:stretch/>
        </p:blipFill>
        <p:spPr>
          <a:xfrm>
            <a:off x="3746500" y="1676400"/>
            <a:ext cx="4635500" cy="48006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8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84" name="Google Shape;1084;p8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Encapsulation of Operations, Methods, and Persistence (5)</a:t>
            </a:r>
            <a:endParaRPr/>
          </a:p>
        </p:txBody>
      </p:sp>
      <p:sp>
        <p:nvSpPr>
          <p:cNvPr id="1085" name="Google Shape;1085;p8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b="1" lang="en-US" sz="2400"/>
              <a:t>Specifying Object Persistence via Naming and Reachability:</a:t>
            </a:r>
            <a:endParaRPr/>
          </a:p>
          <a:p>
            <a:pPr indent="-285750" lvl="1" marL="742950" rtl="0" algn="l">
              <a:spcBef>
                <a:spcPts val="440"/>
              </a:spcBef>
              <a:spcAft>
                <a:spcPts val="0"/>
              </a:spcAft>
              <a:buSzPts val="1210"/>
              <a:buChar char="■"/>
            </a:pPr>
            <a:r>
              <a:rPr b="1" lang="en-US" sz="2200"/>
              <a:t>Naming Mechanism</a:t>
            </a:r>
            <a:r>
              <a:rPr lang="en-US" sz="2200"/>
              <a:t>:</a:t>
            </a:r>
            <a:endParaRPr/>
          </a:p>
          <a:p>
            <a:pPr indent="-228600" lvl="2" marL="1143000" rtl="0" algn="l">
              <a:spcBef>
                <a:spcPts val="400"/>
              </a:spcBef>
              <a:spcAft>
                <a:spcPts val="0"/>
              </a:spcAft>
              <a:buSzPts val="1000"/>
              <a:buChar char="■"/>
            </a:pPr>
            <a:r>
              <a:rPr lang="en-US" sz="2000"/>
              <a:t>Assign an object a unique persistent name through which it can be retrieved by this and other programs.</a:t>
            </a:r>
            <a:endParaRPr/>
          </a:p>
          <a:p>
            <a:pPr indent="-285750" lvl="1" marL="742950" rtl="0" algn="l">
              <a:spcBef>
                <a:spcPts val="440"/>
              </a:spcBef>
              <a:spcAft>
                <a:spcPts val="0"/>
              </a:spcAft>
              <a:buSzPts val="1210"/>
              <a:buChar char="■"/>
            </a:pPr>
            <a:r>
              <a:rPr b="1" lang="en-US" sz="2200"/>
              <a:t>Reachability Mechanism</a:t>
            </a:r>
            <a:r>
              <a:rPr lang="en-US" sz="2200"/>
              <a:t>:</a:t>
            </a:r>
            <a:endParaRPr/>
          </a:p>
          <a:p>
            <a:pPr indent="-228600" lvl="2" marL="1143000" rtl="0" algn="l">
              <a:spcBef>
                <a:spcPts val="400"/>
              </a:spcBef>
              <a:spcAft>
                <a:spcPts val="0"/>
              </a:spcAft>
              <a:buSzPts val="1000"/>
              <a:buChar char="■"/>
            </a:pPr>
            <a:r>
              <a:rPr lang="en-US" sz="2000"/>
              <a:t>Make the object reachable from some persistent object.</a:t>
            </a:r>
            <a:endParaRPr/>
          </a:p>
          <a:p>
            <a:pPr indent="-228600" lvl="2" marL="1143000" rtl="0" algn="l">
              <a:spcBef>
                <a:spcPts val="400"/>
              </a:spcBef>
              <a:spcAft>
                <a:spcPts val="0"/>
              </a:spcAft>
              <a:buSzPts val="1000"/>
              <a:buChar char="■"/>
            </a:pPr>
            <a:r>
              <a:rPr lang="en-US" sz="2000"/>
              <a:t>An object B is said to be </a:t>
            </a:r>
            <a:r>
              <a:rPr b="1" lang="en-US" sz="2000"/>
              <a:t>reachable</a:t>
            </a:r>
            <a:r>
              <a:rPr lang="en-US" sz="2000"/>
              <a:t> from an object A if a sequence of references in the object graph lead from object A to object B. </a:t>
            </a:r>
            <a:endParaRPr/>
          </a:p>
          <a:p>
            <a:pPr indent="-251459" lvl="0" marL="342900" rtl="0" algn="l">
              <a:spcBef>
                <a:spcPts val="480"/>
              </a:spcBef>
              <a:spcAft>
                <a:spcPts val="0"/>
              </a:spcAft>
              <a:buSzPts val="1440"/>
              <a:buNone/>
            </a:pPr>
            <a:r>
              <a:t/>
            </a:r>
            <a:endParaRPr sz="24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8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92" name="Google Shape;1092;p8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Encapsulation of Operations, Methods, and Persistence (6)</a:t>
            </a:r>
            <a:endParaRPr/>
          </a:p>
        </p:txBody>
      </p:sp>
      <p:sp>
        <p:nvSpPr>
          <p:cNvPr id="1093" name="Google Shape;1093;p8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b="1" lang="en-US"/>
              <a:t>Specifying Object Persistence via Naming and Reachability</a:t>
            </a:r>
            <a:r>
              <a:rPr lang="en-US"/>
              <a:t> (contd.):</a:t>
            </a:r>
            <a:endParaRPr/>
          </a:p>
          <a:p>
            <a:pPr indent="-285750" lvl="1" marL="742950" rtl="0" algn="l">
              <a:lnSpc>
                <a:spcPct val="90000"/>
              </a:lnSpc>
              <a:spcBef>
                <a:spcPts val="520"/>
              </a:spcBef>
              <a:spcAft>
                <a:spcPts val="0"/>
              </a:spcAft>
              <a:buSzPts val="1430"/>
              <a:buChar char="■"/>
            </a:pPr>
            <a:r>
              <a:rPr lang="en-US"/>
              <a:t>In traditional database models such as relational model or EER model, all objects are assumed to be persistent.</a:t>
            </a:r>
            <a:endParaRPr/>
          </a:p>
          <a:p>
            <a:pPr indent="-285750" lvl="1" marL="742950" rtl="0" algn="l">
              <a:lnSpc>
                <a:spcPct val="90000"/>
              </a:lnSpc>
              <a:spcBef>
                <a:spcPts val="520"/>
              </a:spcBef>
              <a:spcAft>
                <a:spcPts val="0"/>
              </a:spcAft>
              <a:buSzPts val="1430"/>
              <a:buChar char="■"/>
            </a:pPr>
            <a:r>
              <a:rPr lang="en-US"/>
              <a:t>In OO approach, a class declaration specifies only the type and operations for a class of objects. The user must </a:t>
            </a:r>
            <a:r>
              <a:rPr lang="en-US" u="sng"/>
              <a:t>separately</a:t>
            </a:r>
            <a:r>
              <a:rPr lang="en-US"/>
              <a:t> define a </a:t>
            </a:r>
            <a:r>
              <a:rPr b="1" lang="en-US"/>
              <a:t>persistent object</a:t>
            </a:r>
            <a:r>
              <a:rPr lang="en-US"/>
              <a:t> of </a:t>
            </a:r>
            <a:r>
              <a:rPr b="1" lang="en-US"/>
              <a:t>type set</a:t>
            </a:r>
            <a:r>
              <a:rPr lang="en-US"/>
              <a:t> (DepartmentSet) or </a:t>
            </a:r>
            <a:r>
              <a:rPr b="1" lang="en-US"/>
              <a:t>list</a:t>
            </a:r>
            <a:r>
              <a:rPr lang="en-US"/>
              <a:t> (DepartmentList) whose value is the collection of references to all persistent DEPARTMENT objects</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8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00" name="Google Shape;1100;p8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Encapsulation of Operations, Methods, and Persistence (7)</a:t>
            </a:r>
            <a:endParaRPr/>
          </a:p>
        </p:txBody>
      </p:sp>
      <p:pic>
        <p:nvPicPr>
          <p:cNvPr descr="fig20_04" id="1101" name="Google Shape;1101;p83"/>
          <p:cNvPicPr preferRelativeResize="0"/>
          <p:nvPr/>
        </p:nvPicPr>
        <p:blipFill rotWithShape="1">
          <a:blip r:embed="rId3">
            <a:alphaModFix/>
          </a:blip>
          <a:srcRect b="0" l="0" r="0" t="0"/>
          <a:stretch/>
        </p:blipFill>
        <p:spPr>
          <a:xfrm>
            <a:off x="2133600" y="1706564"/>
            <a:ext cx="7696200" cy="4541837"/>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8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08" name="Google Shape;1108;p8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20.4 Type and Class Hierarchies and Inheritance (1)</a:t>
            </a:r>
            <a:endParaRPr/>
          </a:p>
        </p:txBody>
      </p:sp>
      <p:sp>
        <p:nvSpPr>
          <p:cNvPr id="1109" name="Google Shape;1109;p8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b="1" lang="en-US"/>
              <a:t>Type (class) Hierarchy</a:t>
            </a:r>
            <a:endParaRPr/>
          </a:p>
          <a:p>
            <a:pPr indent="-285750" lvl="1" marL="742950" rtl="0" algn="l">
              <a:spcBef>
                <a:spcPts val="520"/>
              </a:spcBef>
              <a:spcAft>
                <a:spcPts val="0"/>
              </a:spcAft>
              <a:buSzPts val="1430"/>
              <a:buChar char="■"/>
            </a:pPr>
            <a:r>
              <a:rPr lang="en-US"/>
              <a:t>A type in its simplest form can be defined by giving it a type name and then listing the names of its visible (</a:t>
            </a:r>
            <a:r>
              <a:rPr b="1" lang="en-US"/>
              <a:t>public</a:t>
            </a:r>
            <a:r>
              <a:rPr lang="en-US"/>
              <a:t>) functions</a:t>
            </a:r>
            <a:endParaRPr/>
          </a:p>
          <a:p>
            <a:pPr indent="-285750" lvl="1" marL="742950" rtl="0" algn="l">
              <a:spcBef>
                <a:spcPts val="520"/>
              </a:spcBef>
              <a:spcAft>
                <a:spcPts val="0"/>
              </a:spcAft>
              <a:buSzPts val="1430"/>
              <a:buChar char="■"/>
            </a:pPr>
            <a:r>
              <a:rPr lang="en-US"/>
              <a:t>When specifying a type in this section, we use the following format, which does not specify arguments of functions, to simplify the discussion: </a:t>
            </a:r>
            <a:endParaRPr/>
          </a:p>
          <a:p>
            <a:pPr indent="-228600" lvl="2" marL="1143000" rtl="0" algn="l">
              <a:spcBef>
                <a:spcPts val="480"/>
              </a:spcBef>
              <a:spcAft>
                <a:spcPts val="0"/>
              </a:spcAft>
              <a:buSzPts val="1200"/>
              <a:buChar char="■"/>
            </a:pPr>
            <a:r>
              <a:rPr lang="en-US"/>
              <a:t>TYPE_NAME: function, function, . . . , function </a:t>
            </a:r>
            <a:endParaRPr/>
          </a:p>
          <a:p>
            <a:pPr indent="-285750" lvl="1" marL="742950" rtl="0" algn="l">
              <a:spcBef>
                <a:spcPts val="520"/>
              </a:spcBef>
              <a:spcAft>
                <a:spcPts val="0"/>
              </a:spcAft>
              <a:buSzPts val="1430"/>
              <a:buChar char="■"/>
            </a:pPr>
            <a:r>
              <a:rPr lang="en-US"/>
              <a:t>Example:</a:t>
            </a:r>
            <a:endParaRPr/>
          </a:p>
          <a:p>
            <a:pPr indent="-228600" lvl="2" marL="1143000" rtl="0" algn="l">
              <a:spcBef>
                <a:spcPts val="480"/>
              </a:spcBef>
              <a:spcAft>
                <a:spcPts val="0"/>
              </a:spcAft>
              <a:buSzPts val="1200"/>
              <a:buChar char="■"/>
            </a:pPr>
            <a:r>
              <a:rPr lang="en-US"/>
              <a:t>PERSON: Name, Address, Birthdate, Age, SSN</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8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16" name="Google Shape;1116;p8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Type and Class Hierarchies and Inheritance (2)</a:t>
            </a:r>
            <a:endParaRPr/>
          </a:p>
        </p:txBody>
      </p:sp>
      <p:sp>
        <p:nvSpPr>
          <p:cNvPr id="1117" name="Google Shape;1117;p8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b="1" lang="en-US"/>
              <a:t>Subtype</a:t>
            </a:r>
            <a:r>
              <a:rPr lang="en-US"/>
              <a:t>:</a:t>
            </a:r>
            <a:endParaRPr/>
          </a:p>
          <a:p>
            <a:pPr indent="-285750" lvl="1" marL="742950" rtl="0" algn="l">
              <a:spcBef>
                <a:spcPts val="520"/>
              </a:spcBef>
              <a:spcAft>
                <a:spcPts val="0"/>
              </a:spcAft>
              <a:buSzPts val="1430"/>
              <a:buChar char="■"/>
            </a:pPr>
            <a:r>
              <a:rPr lang="en-US"/>
              <a:t>When the designer or user must create a new type that is similar but not identical to an already defined type</a:t>
            </a:r>
            <a:endParaRPr/>
          </a:p>
          <a:p>
            <a:pPr indent="-236220" lvl="0" marL="342900" rtl="0" algn="l">
              <a:spcBef>
                <a:spcPts val="560"/>
              </a:spcBef>
              <a:spcAft>
                <a:spcPts val="0"/>
              </a:spcAft>
              <a:buSzPts val="1680"/>
              <a:buNone/>
            </a:pPr>
            <a:r>
              <a:t/>
            </a:r>
            <a:endParaRPr/>
          </a:p>
          <a:p>
            <a:pPr indent="-342900" lvl="0" marL="342900" rtl="0" algn="l">
              <a:spcBef>
                <a:spcPts val="560"/>
              </a:spcBef>
              <a:spcAft>
                <a:spcPts val="0"/>
              </a:spcAft>
              <a:buSzPts val="1680"/>
              <a:buChar char="■"/>
            </a:pPr>
            <a:r>
              <a:rPr b="1" lang="en-US"/>
              <a:t>Supertype</a:t>
            </a:r>
            <a:r>
              <a:rPr lang="en-US"/>
              <a:t>:</a:t>
            </a:r>
            <a:endParaRPr/>
          </a:p>
          <a:p>
            <a:pPr indent="-285750" lvl="1" marL="742950" rtl="0" algn="l">
              <a:spcBef>
                <a:spcPts val="520"/>
              </a:spcBef>
              <a:spcAft>
                <a:spcPts val="0"/>
              </a:spcAft>
              <a:buSzPts val="1430"/>
              <a:buChar char="■"/>
            </a:pPr>
            <a:r>
              <a:rPr lang="en-US"/>
              <a:t>It inherits all the functions of the subtype</a:t>
            </a:r>
            <a:endParaRPr/>
          </a:p>
          <a:p>
            <a:pPr indent="-236220" lvl="0" marL="342900" rtl="0" algn="l">
              <a:spcBef>
                <a:spcPts val="560"/>
              </a:spcBef>
              <a:spcAft>
                <a:spcPts val="0"/>
              </a:spcAft>
              <a:buSzPts val="1680"/>
              <a:buNone/>
            </a:pPr>
            <a:r>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8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24" name="Google Shape;1124;p8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Type and Class Hierarchies and Inheritance (3)</a:t>
            </a:r>
            <a:endParaRPr/>
          </a:p>
        </p:txBody>
      </p:sp>
      <p:sp>
        <p:nvSpPr>
          <p:cNvPr id="1125" name="Google Shape;1125;p8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lang="en-US"/>
              <a:t>Example (1):</a:t>
            </a:r>
            <a:endParaRPr/>
          </a:p>
          <a:p>
            <a:pPr indent="-285750" lvl="1" marL="742950" rtl="0" algn="l">
              <a:lnSpc>
                <a:spcPct val="90000"/>
              </a:lnSpc>
              <a:spcBef>
                <a:spcPts val="520"/>
              </a:spcBef>
              <a:spcAft>
                <a:spcPts val="0"/>
              </a:spcAft>
              <a:buSzPts val="1430"/>
              <a:buChar char="■"/>
            </a:pPr>
            <a:r>
              <a:rPr lang="en-US"/>
              <a:t>PERSON: Name, Address, Birthdate, Age, SSN</a:t>
            </a:r>
            <a:endParaRPr/>
          </a:p>
          <a:p>
            <a:pPr indent="-285750" lvl="1" marL="742950" rtl="0" algn="l">
              <a:lnSpc>
                <a:spcPct val="90000"/>
              </a:lnSpc>
              <a:spcBef>
                <a:spcPts val="520"/>
              </a:spcBef>
              <a:spcAft>
                <a:spcPts val="0"/>
              </a:spcAft>
              <a:buSzPts val="1430"/>
              <a:buChar char="■"/>
            </a:pPr>
            <a:r>
              <a:rPr lang="en-US"/>
              <a:t>EMPLOYEE: Name, Address, Birthdate, Age, SSN, </a:t>
            </a:r>
            <a:r>
              <a:rPr lang="en-US">
                <a:solidFill>
                  <a:srgbClr val="008000"/>
                </a:solidFill>
              </a:rPr>
              <a:t>Salary, HireDate, Seniority</a:t>
            </a:r>
            <a:r>
              <a:rPr lang="en-US"/>
              <a:t> </a:t>
            </a:r>
            <a:endParaRPr/>
          </a:p>
          <a:p>
            <a:pPr indent="-285750" lvl="1" marL="742950" rtl="0" algn="l">
              <a:lnSpc>
                <a:spcPct val="90000"/>
              </a:lnSpc>
              <a:spcBef>
                <a:spcPts val="520"/>
              </a:spcBef>
              <a:spcAft>
                <a:spcPts val="0"/>
              </a:spcAft>
              <a:buSzPts val="1430"/>
              <a:buChar char="■"/>
            </a:pPr>
            <a:r>
              <a:rPr lang="en-US"/>
              <a:t>STUDENT: Name, Address, Birthdate, Age, SSN, </a:t>
            </a:r>
            <a:r>
              <a:rPr lang="en-US">
                <a:solidFill>
                  <a:srgbClr val="008000"/>
                </a:solidFill>
              </a:rPr>
              <a:t>Major, GPA</a:t>
            </a:r>
            <a:r>
              <a:rPr lang="en-US"/>
              <a:t> </a:t>
            </a:r>
            <a:endParaRPr/>
          </a:p>
          <a:p>
            <a:pPr indent="-342900" lvl="0" marL="342900" rtl="0" algn="l">
              <a:lnSpc>
                <a:spcPct val="90000"/>
              </a:lnSpc>
              <a:spcBef>
                <a:spcPts val="560"/>
              </a:spcBef>
              <a:spcAft>
                <a:spcPts val="0"/>
              </a:spcAft>
              <a:buSzPts val="1680"/>
              <a:buChar char="■"/>
            </a:pPr>
            <a:r>
              <a:rPr lang="en-US"/>
              <a:t>OR:</a:t>
            </a:r>
            <a:endParaRPr/>
          </a:p>
          <a:p>
            <a:pPr indent="-285750" lvl="1" marL="742950" rtl="0" algn="l">
              <a:lnSpc>
                <a:spcPct val="90000"/>
              </a:lnSpc>
              <a:spcBef>
                <a:spcPts val="520"/>
              </a:spcBef>
              <a:spcAft>
                <a:spcPts val="0"/>
              </a:spcAft>
              <a:buSzPts val="1430"/>
              <a:buChar char="■"/>
            </a:pPr>
            <a:r>
              <a:rPr lang="en-US"/>
              <a:t>EMPLOYEE </a:t>
            </a:r>
            <a:r>
              <a:rPr b="1" lang="en-US"/>
              <a:t>subtype-of</a:t>
            </a:r>
            <a:r>
              <a:rPr lang="en-US"/>
              <a:t> PERSON: </a:t>
            </a:r>
            <a:r>
              <a:rPr lang="en-US">
                <a:solidFill>
                  <a:srgbClr val="008000"/>
                </a:solidFill>
              </a:rPr>
              <a:t>Salary, HireDate, Seniority</a:t>
            </a:r>
            <a:r>
              <a:rPr lang="en-US"/>
              <a:t> </a:t>
            </a:r>
            <a:endParaRPr/>
          </a:p>
          <a:p>
            <a:pPr indent="-285750" lvl="1" marL="742950" rtl="0" algn="l">
              <a:lnSpc>
                <a:spcPct val="90000"/>
              </a:lnSpc>
              <a:spcBef>
                <a:spcPts val="520"/>
              </a:spcBef>
              <a:spcAft>
                <a:spcPts val="0"/>
              </a:spcAft>
              <a:buSzPts val="1430"/>
              <a:buChar char="■"/>
            </a:pPr>
            <a:r>
              <a:rPr lang="en-US"/>
              <a:t>STUDENT </a:t>
            </a:r>
            <a:r>
              <a:rPr b="1" lang="en-US"/>
              <a:t>subtype-of</a:t>
            </a:r>
            <a:r>
              <a:rPr lang="en-US"/>
              <a:t> PERSON: </a:t>
            </a:r>
            <a:r>
              <a:rPr lang="en-US">
                <a:solidFill>
                  <a:srgbClr val="008000"/>
                </a:solidFill>
              </a:rPr>
              <a:t>Major, GPA</a:t>
            </a:r>
            <a:r>
              <a:rPr lang="en-US"/>
              <a:t> </a:t>
            </a:r>
            <a:endParaRPr/>
          </a:p>
          <a:p>
            <a:pPr indent="-236220" lvl="0" marL="342900" rtl="0" algn="l">
              <a:lnSpc>
                <a:spcPct val="90000"/>
              </a:lnSpc>
              <a:spcBef>
                <a:spcPts val="560"/>
              </a:spcBef>
              <a:spcAft>
                <a:spcPts val="0"/>
              </a:spcAft>
              <a:buSzPts val="1680"/>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8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32" name="Google Shape;1132;p8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Type and Class Hierarchies and Inheritance (4)</a:t>
            </a:r>
            <a:endParaRPr/>
          </a:p>
        </p:txBody>
      </p:sp>
      <p:sp>
        <p:nvSpPr>
          <p:cNvPr id="1133" name="Google Shape;1133;p8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lang="en-US" sz="2400"/>
              <a:t>Example (2):</a:t>
            </a:r>
            <a:endParaRPr/>
          </a:p>
          <a:p>
            <a:pPr indent="-342900" lvl="0" marL="342900" rtl="0" algn="l">
              <a:spcBef>
                <a:spcPts val="480"/>
              </a:spcBef>
              <a:spcAft>
                <a:spcPts val="0"/>
              </a:spcAft>
              <a:buSzPts val="1440"/>
              <a:buChar char="■"/>
            </a:pPr>
            <a:r>
              <a:rPr lang="en-US" sz="2400"/>
              <a:t>Consider a type that describes objects in plane geometry, which may be defined as follows: </a:t>
            </a:r>
            <a:endParaRPr/>
          </a:p>
          <a:p>
            <a:pPr indent="-285750" lvl="1" marL="742950" rtl="0" algn="l">
              <a:spcBef>
                <a:spcPts val="440"/>
              </a:spcBef>
              <a:spcAft>
                <a:spcPts val="0"/>
              </a:spcAft>
              <a:buSzPts val="1210"/>
              <a:buChar char="■"/>
            </a:pPr>
            <a:r>
              <a:rPr lang="en-US" sz="2200"/>
              <a:t>	GEOMETRY_OBJECT: Shape, Area, ReferencePoint</a:t>
            </a:r>
            <a:endParaRPr/>
          </a:p>
          <a:p>
            <a:pPr indent="-342900" lvl="0" marL="342900" rtl="0" algn="l">
              <a:spcBef>
                <a:spcPts val="480"/>
              </a:spcBef>
              <a:spcAft>
                <a:spcPts val="0"/>
              </a:spcAft>
              <a:buSzPts val="1440"/>
              <a:buChar char="■"/>
            </a:pPr>
            <a:r>
              <a:rPr lang="en-US" sz="2400"/>
              <a:t>Now suppose that we want to define a number of subtypes for the GEOMETRY_OBJECT type, as follows:</a:t>
            </a:r>
            <a:endParaRPr/>
          </a:p>
          <a:p>
            <a:pPr indent="-285750" lvl="1" marL="742950" rtl="0" algn="l">
              <a:spcBef>
                <a:spcPts val="440"/>
              </a:spcBef>
              <a:spcAft>
                <a:spcPts val="0"/>
              </a:spcAft>
              <a:buSzPts val="1210"/>
              <a:buChar char="■"/>
            </a:pPr>
            <a:r>
              <a:rPr lang="en-US" sz="2200"/>
              <a:t>RECTANGLE </a:t>
            </a:r>
            <a:r>
              <a:rPr b="1" lang="en-US" sz="2200"/>
              <a:t>subtype-of</a:t>
            </a:r>
            <a:r>
              <a:rPr lang="en-US" sz="2200"/>
              <a:t> GEOMETRY_OBJECT: Width, Height </a:t>
            </a:r>
            <a:endParaRPr/>
          </a:p>
          <a:p>
            <a:pPr indent="-285750" lvl="1" marL="742950" rtl="0" algn="l">
              <a:spcBef>
                <a:spcPts val="440"/>
              </a:spcBef>
              <a:spcAft>
                <a:spcPts val="0"/>
              </a:spcAft>
              <a:buSzPts val="1210"/>
              <a:buChar char="■"/>
            </a:pPr>
            <a:r>
              <a:rPr lang="en-US" sz="2200"/>
              <a:t>TRIANGLE </a:t>
            </a:r>
            <a:r>
              <a:rPr b="1" lang="en-US" sz="2200"/>
              <a:t>subtype-of</a:t>
            </a:r>
            <a:r>
              <a:rPr lang="en-US" sz="2200"/>
              <a:t> GEOMETRY_OBJECT: Side1, Side2, Angle </a:t>
            </a:r>
            <a:endParaRPr/>
          </a:p>
          <a:p>
            <a:pPr indent="-285750" lvl="1" marL="742950" rtl="0" algn="l">
              <a:spcBef>
                <a:spcPts val="440"/>
              </a:spcBef>
              <a:spcAft>
                <a:spcPts val="0"/>
              </a:spcAft>
              <a:buSzPts val="1210"/>
              <a:buChar char="■"/>
            </a:pPr>
            <a:r>
              <a:rPr lang="en-US" sz="2200"/>
              <a:t>CIRCLE </a:t>
            </a:r>
            <a:r>
              <a:rPr b="1" lang="en-US" sz="2200"/>
              <a:t>subtype-of</a:t>
            </a:r>
            <a:r>
              <a:rPr lang="en-US" sz="2200"/>
              <a:t> GEOMETRY_OBJECT: Radius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8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40" name="Google Shape;1140;p8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Type and Class Hierarchies and Inheritance (5)</a:t>
            </a:r>
            <a:endParaRPr/>
          </a:p>
        </p:txBody>
      </p:sp>
      <p:sp>
        <p:nvSpPr>
          <p:cNvPr id="1141" name="Google Shape;1141;p8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lang="en-US"/>
              <a:t>Example (2) (contd.):</a:t>
            </a:r>
            <a:endParaRPr/>
          </a:p>
          <a:p>
            <a:pPr indent="-342900" lvl="0" marL="342900" rtl="0" algn="l">
              <a:lnSpc>
                <a:spcPct val="90000"/>
              </a:lnSpc>
              <a:spcBef>
                <a:spcPts val="560"/>
              </a:spcBef>
              <a:spcAft>
                <a:spcPts val="0"/>
              </a:spcAft>
              <a:buSzPts val="1680"/>
              <a:buChar char="■"/>
            </a:pPr>
            <a:r>
              <a:rPr lang="en-US"/>
              <a:t>An alternative way of declaring these three subtypes is to specify the value of the Shape attribute as a condition that must be satisfied for objects of each subtype:</a:t>
            </a:r>
            <a:endParaRPr/>
          </a:p>
          <a:p>
            <a:pPr indent="-285750" lvl="1" marL="742950" rtl="0" algn="l">
              <a:lnSpc>
                <a:spcPct val="90000"/>
              </a:lnSpc>
              <a:spcBef>
                <a:spcPts val="520"/>
              </a:spcBef>
              <a:spcAft>
                <a:spcPts val="0"/>
              </a:spcAft>
              <a:buSzPts val="1430"/>
              <a:buChar char="■"/>
            </a:pPr>
            <a:r>
              <a:rPr lang="en-US"/>
              <a:t>RECTANGLE </a:t>
            </a:r>
            <a:r>
              <a:rPr b="1" lang="en-US"/>
              <a:t>subtype-of</a:t>
            </a:r>
            <a:r>
              <a:rPr lang="en-US"/>
              <a:t> GEOMETRY_OBJECT (Shape=‘rectangle’): Width, Height </a:t>
            </a:r>
            <a:endParaRPr/>
          </a:p>
          <a:p>
            <a:pPr indent="-285750" lvl="1" marL="742950" rtl="0" algn="l">
              <a:lnSpc>
                <a:spcPct val="90000"/>
              </a:lnSpc>
              <a:spcBef>
                <a:spcPts val="520"/>
              </a:spcBef>
              <a:spcAft>
                <a:spcPts val="0"/>
              </a:spcAft>
              <a:buSzPts val="1430"/>
              <a:buChar char="■"/>
            </a:pPr>
            <a:r>
              <a:rPr lang="en-US"/>
              <a:t>TRIANGLE </a:t>
            </a:r>
            <a:r>
              <a:rPr b="1" lang="en-US"/>
              <a:t>subtype-of</a:t>
            </a:r>
            <a:r>
              <a:rPr lang="en-US"/>
              <a:t> GEOMETRY_OBJECT (Shape=‘triangle’): Side1, Side2, Angle </a:t>
            </a:r>
            <a:endParaRPr/>
          </a:p>
          <a:p>
            <a:pPr indent="-285750" lvl="1" marL="742950" rtl="0" algn="l">
              <a:lnSpc>
                <a:spcPct val="90000"/>
              </a:lnSpc>
              <a:spcBef>
                <a:spcPts val="520"/>
              </a:spcBef>
              <a:spcAft>
                <a:spcPts val="0"/>
              </a:spcAft>
              <a:buSzPts val="1430"/>
              <a:buChar char="■"/>
            </a:pPr>
            <a:r>
              <a:rPr lang="en-US"/>
              <a:t>CIRCLE </a:t>
            </a:r>
            <a:r>
              <a:rPr b="1" lang="en-US"/>
              <a:t>subtype-of</a:t>
            </a:r>
            <a:r>
              <a:rPr lang="en-US"/>
              <a:t> GEOMETRY_OBJECT (Shape=‘circle’): Radius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8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48" name="Google Shape;1148;p8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Type and Class Hierarchies and Inheritance (6)</a:t>
            </a:r>
            <a:endParaRPr/>
          </a:p>
        </p:txBody>
      </p:sp>
      <p:sp>
        <p:nvSpPr>
          <p:cNvPr id="1149" name="Google Shape;1149;p8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440"/>
              <a:buChar char="■"/>
            </a:pPr>
            <a:r>
              <a:rPr b="1" lang="en-US" sz="2400"/>
              <a:t>Extents</a:t>
            </a:r>
            <a:r>
              <a:rPr lang="en-US" sz="2400"/>
              <a:t>:</a:t>
            </a:r>
            <a:endParaRPr/>
          </a:p>
          <a:p>
            <a:pPr indent="-285750" lvl="1" marL="742950" rtl="0" algn="l">
              <a:lnSpc>
                <a:spcPct val="90000"/>
              </a:lnSpc>
              <a:spcBef>
                <a:spcPts val="440"/>
              </a:spcBef>
              <a:spcAft>
                <a:spcPts val="0"/>
              </a:spcAft>
              <a:buSzPts val="1210"/>
              <a:buChar char="■"/>
            </a:pPr>
            <a:r>
              <a:rPr lang="en-US" sz="2200"/>
              <a:t>In most OO databases, the collection of objects in an extent has the same type or class.</a:t>
            </a:r>
            <a:endParaRPr/>
          </a:p>
          <a:p>
            <a:pPr indent="-285750" lvl="1" marL="742950" rtl="0" algn="l">
              <a:lnSpc>
                <a:spcPct val="90000"/>
              </a:lnSpc>
              <a:spcBef>
                <a:spcPts val="440"/>
              </a:spcBef>
              <a:spcAft>
                <a:spcPts val="0"/>
              </a:spcAft>
              <a:buSzPts val="1210"/>
              <a:buChar char="■"/>
            </a:pPr>
            <a:r>
              <a:rPr lang="en-US" sz="2200"/>
              <a:t>However, since the majority of OO databases support types, we assume that </a:t>
            </a:r>
            <a:r>
              <a:rPr b="1" lang="en-US" sz="2200"/>
              <a:t>extents</a:t>
            </a:r>
            <a:r>
              <a:rPr lang="en-US" sz="2200"/>
              <a:t> are collections of objects of the same type for the remainder of this section. </a:t>
            </a:r>
            <a:endParaRPr/>
          </a:p>
          <a:p>
            <a:pPr indent="-342900" lvl="0" marL="342900" rtl="0" algn="l">
              <a:lnSpc>
                <a:spcPct val="90000"/>
              </a:lnSpc>
              <a:spcBef>
                <a:spcPts val="480"/>
              </a:spcBef>
              <a:spcAft>
                <a:spcPts val="0"/>
              </a:spcAft>
              <a:buSzPts val="1440"/>
              <a:buChar char="■"/>
            </a:pPr>
            <a:r>
              <a:rPr b="1" lang="en-US" sz="2400"/>
              <a:t>Persistent Collection</a:t>
            </a:r>
            <a:r>
              <a:rPr lang="en-US" sz="2400"/>
              <a:t>:</a:t>
            </a:r>
            <a:endParaRPr/>
          </a:p>
          <a:p>
            <a:pPr indent="-285750" lvl="1" marL="742950" rtl="0" algn="l">
              <a:lnSpc>
                <a:spcPct val="90000"/>
              </a:lnSpc>
              <a:spcBef>
                <a:spcPts val="440"/>
              </a:spcBef>
              <a:spcAft>
                <a:spcPts val="0"/>
              </a:spcAft>
              <a:buSzPts val="1210"/>
              <a:buChar char="■"/>
            </a:pPr>
            <a:r>
              <a:rPr lang="en-US" sz="2200"/>
              <a:t>This holds a collection of objects that is stored </a:t>
            </a:r>
            <a:r>
              <a:rPr lang="en-US" sz="2200" u="sng"/>
              <a:t>permanently</a:t>
            </a:r>
            <a:r>
              <a:rPr lang="en-US" sz="2200"/>
              <a:t> in the database and hence can be accessed and shared by multiple programs</a:t>
            </a:r>
            <a:endParaRPr/>
          </a:p>
          <a:p>
            <a:pPr indent="-342900" lvl="0" marL="342900" rtl="0" algn="l">
              <a:lnSpc>
                <a:spcPct val="90000"/>
              </a:lnSpc>
              <a:spcBef>
                <a:spcPts val="480"/>
              </a:spcBef>
              <a:spcAft>
                <a:spcPts val="0"/>
              </a:spcAft>
              <a:buSzPts val="1440"/>
              <a:buChar char="■"/>
            </a:pPr>
            <a:r>
              <a:rPr b="1" lang="en-US" sz="2400"/>
              <a:t>Transient Collection</a:t>
            </a:r>
            <a:r>
              <a:rPr lang="en-US" sz="2400"/>
              <a:t>:</a:t>
            </a:r>
            <a:endParaRPr/>
          </a:p>
          <a:p>
            <a:pPr indent="-285750" lvl="1" marL="742950" rtl="0" algn="l">
              <a:lnSpc>
                <a:spcPct val="90000"/>
              </a:lnSpc>
              <a:spcBef>
                <a:spcPts val="440"/>
              </a:spcBef>
              <a:spcAft>
                <a:spcPts val="0"/>
              </a:spcAft>
              <a:buSzPts val="1210"/>
              <a:buChar char="■"/>
            </a:pPr>
            <a:r>
              <a:rPr lang="en-US" sz="2200"/>
              <a:t>This exists temporarily during the execution of a program but is not kept when the program terminates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9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56" name="Google Shape;1156;p9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20.5 Complex Objects (1)</a:t>
            </a:r>
            <a:endParaRPr/>
          </a:p>
        </p:txBody>
      </p:sp>
      <p:sp>
        <p:nvSpPr>
          <p:cNvPr id="1157" name="Google Shape;1157;p9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b="1" lang="en-US" sz="2400"/>
              <a:t>Unstructured complex object</a:t>
            </a:r>
            <a:r>
              <a:rPr lang="en-US" sz="2400"/>
              <a:t>: </a:t>
            </a:r>
            <a:endParaRPr/>
          </a:p>
          <a:p>
            <a:pPr indent="-285750" lvl="1" marL="742950" rtl="0" algn="l">
              <a:spcBef>
                <a:spcPts val="440"/>
              </a:spcBef>
              <a:spcAft>
                <a:spcPts val="0"/>
              </a:spcAft>
              <a:buSzPts val="1210"/>
              <a:buChar char="■"/>
            </a:pPr>
            <a:r>
              <a:rPr lang="en-US" sz="2200"/>
              <a:t>These is provided by a DBMS and permits the storage and retrieval of large objects that are needed by the database application. </a:t>
            </a:r>
            <a:endParaRPr/>
          </a:p>
          <a:p>
            <a:pPr indent="-342900" lvl="0" marL="342900" rtl="0" algn="l">
              <a:spcBef>
                <a:spcPts val="480"/>
              </a:spcBef>
              <a:spcAft>
                <a:spcPts val="0"/>
              </a:spcAft>
              <a:buSzPts val="1440"/>
              <a:buChar char="■"/>
            </a:pPr>
            <a:r>
              <a:rPr lang="en-US" sz="2400"/>
              <a:t>Typical examples of such objects are bitmap images and long text strings (such as documents); they are also known as binary large objects, or BLOBs for short. </a:t>
            </a:r>
            <a:endParaRPr/>
          </a:p>
          <a:p>
            <a:pPr indent="-342900" lvl="0" marL="342900" rtl="0" algn="l">
              <a:spcBef>
                <a:spcPts val="480"/>
              </a:spcBef>
              <a:spcAft>
                <a:spcPts val="0"/>
              </a:spcAft>
              <a:buSzPts val="1440"/>
              <a:buChar char="■"/>
            </a:pPr>
            <a:r>
              <a:rPr lang="en-US" sz="2400"/>
              <a:t>This has been the standard way by which Relational DBMSs have dealt with supporting complex objects, leaving the operations on those objects outside the RDBMS.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9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64" name="Google Shape;1164;p9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Complex Objects (2)</a:t>
            </a:r>
            <a:endParaRPr/>
          </a:p>
        </p:txBody>
      </p:sp>
      <p:sp>
        <p:nvSpPr>
          <p:cNvPr id="1165" name="Google Shape;1165;p9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b="1" lang="en-US"/>
              <a:t>Structured complex object</a:t>
            </a:r>
            <a:r>
              <a:rPr lang="en-US"/>
              <a:t>:</a:t>
            </a:r>
            <a:endParaRPr/>
          </a:p>
          <a:p>
            <a:pPr indent="-285750" lvl="1" marL="742950" rtl="0" algn="l">
              <a:spcBef>
                <a:spcPts val="520"/>
              </a:spcBef>
              <a:spcAft>
                <a:spcPts val="0"/>
              </a:spcAft>
              <a:buSzPts val="1430"/>
              <a:buChar char="■"/>
            </a:pPr>
            <a:r>
              <a:rPr lang="en-US"/>
              <a:t>This differs from an unstructured complex object in that the object’s structure is defined by repeated application of the type constructors provided by the OODBMS. </a:t>
            </a:r>
            <a:endParaRPr/>
          </a:p>
          <a:p>
            <a:pPr indent="-285750" lvl="1" marL="742950" rtl="0" algn="l">
              <a:spcBef>
                <a:spcPts val="520"/>
              </a:spcBef>
              <a:spcAft>
                <a:spcPts val="0"/>
              </a:spcAft>
              <a:buSzPts val="1430"/>
              <a:buChar char="■"/>
            </a:pPr>
            <a:r>
              <a:rPr lang="en-US"/>
              <a:t>Hence, the object structure is defined and known to the OODBMS.</a:t>
            </a:r>
            <a:endParaRPr/>
          </a:p>
          <a:p>
            <a:pPr indent="-285750" lvl="1" marL="742950" rtl="0" algn="l">
              <a:spcBef>
                <a:spcPts val="520"/>
              </a:spcBef>
              <a:spcAft>
                <a:spcPts val="0"/>
              </a:spcAft>
              <a:buSzPts val="1430"/>
              <a:buChar char="■"/>
            </a:pPr>
            <a:r>
              <a:rPr lang="en-US"/>
              <a:t>The OODBMS also defines methods or operations on it.</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9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72" name="Google Shape;1172;p9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20.6 Other Objected-Oriented Concepts (1)</a:t>
            </a:r>
            <a:endParaRPr/>
          </a:p>
        </p:txBody>
      </p:sp>
      <p:sp>
        <p:nvSpPr>
          <p:cNvPr id="1173" name="Google Shape;1173;p9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b="1" lang="en-US"/>
              <a:t>Polymorphism</a:t>
            </a:r>
            <a:r>
              <a:rPr lang="en-US"/>
              <a:t> (</a:t>
            </a:r>
            <a:r>
              <a:rPr b="1" lang="en-US"/>
              <a:t>Operator Overloading</a:t>
            </a:r>
            <a:r>
              <a:rPr lang="en-US"/>
              <a:t>):</a:t>
            </a:r>
            <a:endParaRPr/>
          </a:p>
          <a:p>
            <a:pPr indent="-285750" lvl="1" marL="742950" rtl="0" algn="l">
              <a:spcBef>
                <a:spcPts val="520"/>
              </a:spcBef>
              <a:spcAft>
                <a:spcPts val="0"/>
              </a:spcAft>
              <a:buSzPts val="1430"/>
              <a:buChar char="■"/>
            </a:pPr>
            <a:r>
              <a:rPr lang="en-US"/>
              <a:t>This concept allows the same </a:t>
            </a:r>
            <a:r>
              <a:rPr b="1" lang="en-US"/>
              <a:t>operator name</a:t>
            </a:r>
            <a:r>
              <a:rPr lang="en-US"/>
              <a:t> </a:t>
            </a:r>
            <a:r>
              <a:rPr b="1" lang="en-US"/>
              <a:t>or</a:t>
            </a:r>
            <a:r>
              <a:rPr lang="en-US"/>
              <a:t> </a:t>
            </a:r>
            <a:r>
              <a:rPr b="1" lang="en-US"/>
              <a:t>symbol</a:t>
            </a:r>
            <a:r>
              <a:rPr lang="en-US"/>
              <a:t> to be bound to two or more </a:t>
            </a:r>
            <a:r>
              <a:rPr b="1" lang="en-US"/>
              <a:t>different</a:t>
            </a:r>
            <a:r>
              <a:rPr lang="en-US"/>
              <a:t> </a:t>
            </a:r>
            <a:r>
              <a:rPr b="1" lang="en-US"/>
              <a:t>implementations</a:t>
            </a:r>
            <a:r>
              <a:rPr lang="en-US"/>
              <a:t> of the operator, depending on the type of objects to which the operator is applied</a:t>
            </a:r>
            <a:endParaRPr/>
          </a:p>
          <a:p>
            <a:pPr indent="-285750" lvl="1" marL="742950" rtl="0" algn="l">
              <a:spcBef>
                <a:spcPts val="520"/>
              </a:spcBef>
              <a:spcAft>
                <a:spcPts val="0"/>
              </a:spcAft>
              <a:buSzPts val="1430"/>
              <a:buChar char="■"/>
            </a:pPr>
            <a:r>
              <a:rPr lang="en-US"/>
              <a:t>For example + can be:</a:t>
            </a:r>
            <a:endParaRPr/>
          </a:p>
          <a:p>
            <a:pPr indent="-228600" lvl="2" marL="1143000" rtl="0" algn="l">
              <a:spcBef>
                <a:spcPts val="480"/>
              </a:spcBef>
              <a:spcAft>
                <a:spcPts val="0"/>
              </a:spcAft>
              <a:buSzPts val="1200"/>
              <a:buChar char="■"/>
            </a:pPr>
            <a:r>
              <a:rPr lang="en-US"/>
              <a:t>Addition in integers</a:t>
            </a:r>
            <a:endParaRPr/>
          </a:p>
          <a:p>
            <a:pPr indent="-228600" lvl="2" marL="1143000" rtl="0" algn="l">
              <a:spcBef>
                <a:spcPts val="480"/>
              </a:spcBef>
              <a:spcAft>
                <a:spcPts val="0"/>
              </a:spcAft>
              <a:buSzPts val="1200"/>
              <a:buChar char="■"/>
            </a:pPr>
            <a:r>
              <a:rPr lang="en-US"/>
              <a:t>Concatenation in strings (of characters)</a:t>
            </a:r>
            <a:endParaRPr/>
          </a:p>
          <a:p>
            <a:pPr indent="-236220" lvl="0" marL="342900" rtl="0" algn="l">
              <a:spcBef>
                <a:spcPts val="560"/>
              </a:spcBef>
              <a:spcAft>
                <a:spcPts val="0"/>
              </a:spcAft>
              <a:buSzPts val="1680"/>
              <a:buNone/>
            </a:pPr>
            <a:r>
              <a:t/>
            </a:r>
            <a:endParaRPr/>
          </a:p>
          <a:p>
            <a:pPr indent="-236220" lvl="0" marL="342900" rtl="0" algn="l">
              <a:spcBef>
                <a:spcPts val="560"/>
              </a:spcBef>
              <a:spcAft>
                <a:spcPts val="0"/>
              </a:spcAft>
              <a:buSzPts val="1680"/>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9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80" name="Google Shape;1180;p9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Other Objected-Oriented Concepts (2)</a:t>
            </a:r>
            <a:endParaRPr/>
          </a:p>
        </p:txBody>
      </p:sp>
      <p:sp>
        <p:nvSpPr>
          <p:cNvPr id="1181" name="Google Shape;1181;p9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Multiple Inheritance and Selective Inheritance</a:t>
            </a:r>
            <a:endParaRPr/>
          </a:p>
          <a:p>
            <a:pPr indent="-285750" lvl="1" marL="742950" rtl="0" algn="l">
              <a:spcBef>
                <a:spcPts val="520"/>
              </a:spcBef>
              <a:spcAft>
                <a:spcPts val="0"/>
              </a:spcAft>
              <a:buSzPts val="1430"/>
              <a:buChar char="■"/>
            </a:pPr>
            <a:r>
              <a:rPr lang="en-US"/>
              <a:t>Multiple inheritance in a type hierarchy occurs when a certain subtype T is a subtype of two (or more) types and hence inherits the functions (attributes and methods) of both supertypes. </a:t>
            </a:r>
            <a:endParaRPr/>
          </a:p>
          <a:p>
            <a:pPr indent="-285750" lvl="1" marL="742950" rtl="0" algn="l">
              <a:spcBef>
                <a:spcPts val="520"/>
              </a:spcBef>
              <a:spcAft>
                <a:spcPts val="0"/>
              </a:spcAft>
              <a:buSzPts val="1430"/>
              <a:buChar char="■"/>
            </a:pPr>
            <a:r>
              <a:rPr lang="en-US"/>
              <a:t>For example, we may create a subtype ENGINEERING_MANAGER that is a subtype of both MANAGER and ENGINEER.</a:t>
            </a:r>
            <a:endParaRPr/>
          </a:p>
          <a:p>
            <a:pPr indent="-228600" lvl="2" marL="1143000" rtl="0" algn="l">
              <a:spcBef>
                <a:spcPts val="480"/>
              </a:spcBef>
              <a:spcAft>
                <a:spcPts val="0"/>
              </a:spcAft>
              <a:buSzPts val="1200"/>
              <a:buChar char="■"/>
            </a:pPr>
            <a:r>
              <a:rPr lang="en-US"/>
              <a:t>This leads to the creation of a type lattice rather than a type hierarchy.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9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88" name="Google Shape;1188;p9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Other Objected-Oriented Concepts (3)</a:t>
            </a:r>
            <a:endParaRPr/>
          </a:p>
        </p:txBody>
      </p:sp>
      <p:sp>
        <p:nvSpPr>
          <p:cNvPr id="1189" name="Google Shape;1189;p9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b="1" lang="en-US" sz="2400"/>
              <a:t>Versions and Configurations</a:t>
            </a:r>
            <a:endParaRPr/>
          </a:p>
          <a:p>
            <a:pPr indent="-285750" lvl="1" marL="742950" rtl="0" algn="l">
              <a:spcBef>
                <a:spcPts val="440"/>
              </a:spcBef>
              <a:spcAft>
                <a:spcPts val="0"/>
              </a:spcAft>
              <a:buSzPts val="1210"/>
              <a:buChar char="■"/>
            </a:pPr>
            <a:r>
              <a:rPr lang="en-US" sz="2200"/>
              <a:t>Many database applications that use OO systems require the existence of several </a:t>
            </a:r>
            <a:r>
              <a:rPr b="1" lang="en-US" sz="2200"/>
              <a:t>versions</a:t>
            </a:r>
            <a:r>
              <a:rPr lang="en-US" sz="2200"/>
              <a:t> of the same object </a:t>
            </a:r>
            <a:endParaRPr/>
          </a:p>
          <a:p>
            <a:pPr indent="-285750" lvl="1" marL="742950" rtl="0" algn="l">
              <a:spcBef>
                <a:spcPts val="440"/>
              </a:spcBef>
              <a:spcAft>
                <a:spcPts val="0"/>
              </a:spcAft>
              <a:buSzPts val="1210"/>
              <a:buChar char="■"/>
            </a:pPr>
            <a:r>
              <a:rPr lang="en-US" sz="2200"/>
              <a:t>There may be more than two </a:t>
            </a:r>
            <a:r>
              <a:rPr b="1" lang="en-US" sz="2200"/>
              <a:t>versions</a:t>
            </a:r>
            <a:r>
              <a:rPr lang="en-US" sz="2200"/>
              <a:t> of an object. </a:t>
            </a:r>
            <a:endParaRPr/>
          </a:p>
          <a:p>
            <a:pPr indent="-342900" lvl="0" marL="342900" rtl="0" algn="l">
              <a:spcBef>
                <a:spcPts val="480"/>
              </a:spcBef>
              <a:spcAft>
                <a:spcPts val="0"/>
              </a:spcAft>
              <a:buSzPts val="1440"/>
              <a:buChar char="■"/>
            </a:pPr>
            <a:r>
              <a:rPr b="1" lang="en-US" sz="2400"/>
              <a:t>Configuration</a:t>
            </a:r>
            <a:r>
              <a:rPr lang="en-US" sz="2400"/>
              <a:t>:</a:t>
            </a:r>
            <a:endParaRPr/>
          </a:p>
          <a:p>
            <a:pPr indent="-285750" lvl="1" marL="742950" rtl="0" algn="l">
              <a:spcBef>
                <a:spcPts val="440"/>
              </a:spcBef>
              <a:spcAft>
                <a:spcPts val="0"/>
              </a:spcAft>
              <a:buSzPts val="1210"/>
              <a:buChar char="■"/>
            </a:pPr>
            <a:r>
              <a:rPr lang="en-US" sz="2200"/>
              <a:t>A </a:t>
            </a:r>
            <a:r>
              <a:rPr b="1" lang="en-US" sz="2200"/>
              <a:t>configuration</a:t>
            </a:r>
            <a:r>
              <a:rPr lang="en-US" sz="2200"/>
              <a:t> of the complex object is a collection consisting of one version of each module arranged in such a way that the module versions in the configuration are compatible and together form a valid version of the complex object.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9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196" name="Google Shape;1196;p9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20.7 Summary (1)</a:t>
            </a:r>
            <a:endParaRPr/>
          </a:p>
        </p:txBody>
      </p:sp>
      <p:sp>
        <p:nvSpPr>
          <p:cNvPr id="1197" name="Google Shape;1197;p9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SzPts val="1680"/>
              <a:buChar char="■"/>
            </a:pPr>
            <a:r>
              <a:rPr b="1" lang="en-US"/>
              <a:t>Object identity</a:t>
            </a:r>
            <a:r>
              <a:rPr lang="en-US"/>
              <a:t>:</a:t>
            </a:r>
            <a:endParaRPr/>
          </a:p>
          <a:p>
            <a:pPr indent="-285750" lvl="1" marL="742950" rtl="0" algn="l">
              <a:lnSpc>
                <a:spcPct val="90000"/>
              </a:lnSpc>
              <a:spcBef>
                <a:spcPts val="520"/>
              </a:spcBef>
              <a:spcAft>
                <a:spcPts val="0"/>
              </a:spcAft>
              <a:buSzPts val="1430"/>
              <a:buChar char="■"/>
            </a:pPr>
            <a:r>
              <a:rPr lang="en-US"/>
              <a:t>Objects have unique identities that are independent of their attribute values.</a:t>
            </a:r>
            <a:endParaRPr/>
          </a:p>
          <a:p>
            <a:pPr indent="-342900" lvl="0" marL="342900" rtl="0" algn="l">
              <a:lnSpc>
                <a:spcPct val="90000"/>
              </a:lnSpc>
              <a:spcBef>
                <a:spcPts val="560"/>
              </a:spcBef>
              <a:spcAft>
                <a:spcPts val="0"/>
              </a:spcAft>
              <a:buSzPts val="1680"/>
              <a:buChar char="■"/>
            </a:pPr>
            <a:r>
              <a:rPr b="1" lang="en-US"/>
              <a:t>Type constructors</a:t>
            </a:r>
            <a:r>
              <a:rPr lang="en-US"/>
              <a:t>:</a:t>
            </a:r>
            <a:endParaRPr/>
          </a:p>
          <a:p>
            <a:pPr indent="-285750" lvl="1" marL="742950" rtl="0" algn="l">
              <a:lnSpc>
                <a:spcPct val="90000"/>
              </a:lnSpc>
              <a:spcBef>
                <a:spcPts val="520"/>
              </a:spcBef>
              <a:spcAft>
                <a:spcPts val="0"/>
              </a:spcAft>
              <a:buSzPts val="1430"/>
              <a:buChar char="■"/>
            </a:pPr>
            <a:r>
              <a:rPr lang="en-US"/>
              <a:t>Complex object structures can be constructed by recursively applying a set of basic constructors, such as tuple, set, list, and bag.</a:t>
            </a:r>
            <a:endParaRPr/>
          </a:p>
          <a:p>
            <a:pPr indent="-342900" lvl="0" marL="342900" rtl="0" algn="l">
              <a:lnSpc>
                <a:spcPct val="90000"/>
              </a:lnSpc>
              <a:spcBef>
                <a:spcPts val="560"/>
              </a:spcBef>
              <a:spcAft>
                <a:spcPts val="0"/>
              </a:spcAft>
              <a:buSzPts val="1680"/>
              <a:buChar char="■"/>
            </a:pPr>
            <a:r>
              <a:rPr b="1" lang="en-US"/>
              <a:t>Encapsulation of operations</a:t>
            </a:r>
            <a:r>
              <a:rPr lang="en-US"/>
              <a:t>:</a:t>
            </a:r>
            <a:endParaRPr/>
          </a:p>
          <a:p>
            <a:pPr indent="-285750" lvl="1" marL="742950" rtl="0" algn="l">
              <a:lnSpc>
                <a:spcPct val="90000"/>
              </a:lnSpc>
              <a:spcBef>
                <a:spcPts val="520"/>
              </a:spcBef>
              <a:spcAft>
                <a:spcPts val="0"/>
              </a:spcAft>
              <a:buSzPts val="1430"/>
              <a:buChar char="■"/>
            </a:pPr>
            <a:r>
              <a:rPr lang="en-US"/>
              <a:t>Both the object structure and the operations that can be applied to objects are included in the object class definitions.</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9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204" name="Google Shape;1204;p9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Summary (2)</a:t>
            </a:r>
            <a:endParaRPr/>
          </a:p>
        </p:txBody>
      </p:sp>
      <p:sp>
        <p:nvSpPr>
          <p:cNvPr id="1205" name="Google Shape;1205;p9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b="1" lang="en-US" sz="2400"/>
              <a:t>Programming language compatibility</a:t>
            </a:r>
            <a:r>
              <a:rPr lang="en-US" sz="2400"/>
              <a:t>:</a:t>
            </a:r>
            <a:endParaRPr/>
          </a:p>
          <a:p>
            <a:pPr indent="-285750" lvl="1" marL="742950" rtl="0" algn="l">
              <a:spcBef>
                <a:spcPts val="440"/>
              </a:spcBef>
              <a:spcAft>
                <a:spcPts val="0"/>
              </a:spcAft>
              <a:buSzPts val="1210"/>
              <a:buChar char="■"/>
            </a:pPr>
            <a:r>
              <a:rPr lang="en-US" sz="2200"/>
              <a:t>Both persistent and transient objects are handled uniformly.  Objects are made persistent by being attached to a persistent collection.</a:t>
            </a:r>
            <a:endParaRPr/>
          </a:p>
          <a:p>
            <a:pPr indent="-342900" lvl="0" marL="342900" rtl="0" algn="l">
              <a:spcBef>
                <a:spcPts val="480"/>
              </a:spcBef>
              <a:spcAft>
                <a:spcPts val="0"/>
              </a:spcAft>
              <a:buSzPts val="1440"/>
              <a:buChar char="■"/>
            </a:pPr>
            <a:r>
              <a:rPr b="1" lang="en-US" sz="2400"/>
              <a:t>Type hierarchies and inheritance</a:t>
            </a:r>
            <a:r>
              <a:rPr lang="en-US" sz="2400"/>
              <a:t>:</a:t>
            </a:r>
            <a:endParaRPr/>
          </a:p>
          <a:p>
            <a:pPr indent="-285750" lvl="1" marL="742950" rtl="0" algn="l">
              <a:spcBef>
                <a:spcPts val="440"/>
              </a:spcBef>
              <a:spcAft>
                <a:spcPts val="0"/>
              </a:spcAft>
              <a:buSzPts val="1210"/>
              <a:buChar char="■"/>
            </a:pPr>
            <a:r>
              <a:rPr lang="en-US" sz="2200"/>
              <a:t>Object types can be specified by using a type hierarchy, which allows the inheritance of both attributes and methods of previously defined types. </a:t>
            </a:r>
            <a:endParaRPr/>
          </a:p>
          <a:p>
            <a:pPr indent="-342900" lvl="0" marL="342900" rtl="0" algn="l">
              <a:spcBef>
                <a:spcPts val="480"/>
              </a:spcBef>
              <a:spcAft>
                <a:spcPts val="0"/>
              </a:spcAft>
              <a:buSzPts val="1440"/>
              <a:buChar char="■"/>
            </a:pPr>
            <a:r>
              <a:rPr b="1" lang="en-US" sz="2400"/>
              <a:t>Extents</a:t>
            </a:r>
            <a:r>
              <a:rPr lang="en-US" sz="2400"/>
              <a:t>:</a:t>
            </a:r>
            <a:endParaRPr/>
          </a:p>
          <a:p>
            <a:pPr indent="-285750" lvl="1" marL="742950" rtl="0" algn="l">
              <a:spcBef>
                <a:spcPts val="440"/>
              </a:spcBef>
              <a:spcAft>
                <a:spcPts val="0"/>
              </a:spcAft>
              <a:buSzPts val="1210"/>
              <a:buChar char="■"/>
            </a:pPr>
            <a:r>
              <a:rPr lang="en-US" sz="2200"/>
              <a:t>All persistent objects of a particular type can be stored in an extent.  Extents corresponding to a type hierarchy have set/subset constraints enforced on them.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9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212" name="Google Shape;1212;p9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Summary (3)</a:t>
            </a:r>
            <a:endParaRPr/>
          </a:p>
        </p:txBody>
      </p:sp>
      <p:sp>
        <p:nvSpPr>
          <p:cNvPr id="1213" name="Google Shape;1213;p9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b="1" lang="en-US"/>
              <a:t>Support for complex objects</a:t>
            </a:r>
            <a:r>
              <a:rPr lang="en-US"/>
              <a:t>:</a:t>
            </a:r>
            <a:endParaRPr/>
          </a:p>
          <a:p>
            <a:pPr indent="-285750" lvl="1" marL="742950" rtl="0" algn="l">
              <a:spcBef>
                <a:spcPts val="520"/>
              </a:spcBef>
              <a:spcAft>
                <a:spcPts val="0"/>
              </a:spcAft>
              <a:buSzPts val="1430"/>
              <a:buChar char="■"/>
            </a:pPr>
            <a:r>
              <a:rPr lang="en-US"/>
              <a:t>Both structured and unstructured complex objects can be stored and manipulated. </a:t>
            </a:r>
            <a:endParaRPr/>
          </a:p>
          <a:p>
            <a:pPr indent="-342900" lvl="0" marL="342900" rtl="0" algn="l">
              <a:spcBef>
                <a:spcPts val="560"/>
              </a:spcBef>
              <a:spcAft>
                <a:spcPts val="0"/>
              </a:spcAft>
              <a:buSzPts val="1680"/>
              <a:buChar char="■"/>
            </a:pPr>
            <a:r>
              <a:rPr b="1" lang="en-US"/>
              <a:t>Polymorphism and operator overloading</a:t>
            </a:r>
            <a:r>
              <a:rPr lang="en-US"/>
              <a:t>:</a:t>
            </a:r>
            <a:endParaRPr/>
          </a:p>
          <a:p>
            <a:pPr indent="-285750" lvl="1" marL="742950" rtl="0" algn="l">
              <a:spcBef>
                <a:spcPts val="520"/>
              </a:spcBef>
              <a:spcAft>
                <a:spcPts val="0"/>
              </a:spcAft>
              <a:buSzPts val="1430"/>
              <a:buChar char="■"/>
            </a:pPr>
            <a:r>
              <a:rPr lang="en-US"/>
              <a:t>Operations and method names can be overloaded to apply to different object types with different implementations. </a:t>
            </a:r>
            <a:endParaRPr/>
          </a:p>
          <a:p>
            <a:pPr indent="-342900" lvl="0" marL="342900" rtl="0" algn="l">
              <a:spcBef>
                <a:spcPts val="560"/>
              </a:spcBef>
              <a:spcAft>
                <a:spcPts val="0"/>
              </a:spcAft>
              <a:buSzPts val="1680"/>
              <a:buChar char="■"/>
            </a:pPr>
            <a:r>
              <a:rPr b="1" lang="en-US"/>
              <a:t>Versioning</a:t>
            </a:r>
            <a:r>
              <a:rPr lang="en-US"/>
              <a:t>:</a:t>
            </a:r>
            <a:endParaRPr/>
          </a:p>
          <a:p>
            <a:pPr indent="-285750" lvl="1" marL="742950" rtl="0" algn="l">
              <a:spcBef>
                <a:spcPts val="520"/>
              </a:spcBef>
              <a:spcAft>
                <a:spcPts val="0"/>
              </a:spcAft>
              <a:buSzPts val="1430"/>
              <a:buChar char="■"/>
            </a:pPr>
            <a:r>
              <a:rPr lang="en-US"/>
              <a:t>Some OO systems provide support for maintaining several versions of the same object.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9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latin typeface="Arial"/>
                <a:ea typeface="Arial"/>
                <a:cs typeface="Arial"/>
                <a:sym typeface="Arial"/>
              </a:rPr>
              <a:t>Slide 20- </a:t>
            </a: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220" name="Google Shape;1220;p9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Current Status</a:t>
            </a:r>
            <a:endParaRPr/>
          </a:p>
        </p:txBody>
      </p:sp>
      <p:sp>
        <p:nvSpPr>
          <p:cNvPr id="1221" name="Google Shape;1221;p9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440"/>
              <a:buChar char="■"/>
            </a:pPr>
            <a:r>
              <a:rPr lang="en-US" sz="2400"/>
              <a:t>OODB market growing very slowly these days.</a:t>
            </a:r>
            <a:endParaRPr/>
          </a:p>
          <a:p>
            <a:pPr indent="-342900" lvl="0" marL="342900" rtl="0" algn="l">
              <a:spcBef>
                <a:spcPts val="480"/>
              </a:spcBef>
              <a:spcAft>
                <a:spcPts val="0"/>
              </a:spcAft>
              <a:buSzPts val="1440"/>
              <a:buChar char="■"/>
            </a:pPr>
            <a:r>
              <a:rPr lang="en-US" sz="2400"/>
              <a:t>O-O ideas are being used in a large number of applications, without explicitly using the OODB platform to store data.</a:t>
            </a:r>
            <a:endParaRPr/>
          </a:p>
          <a:p>
            <a:pPr indent="-342900" lvl="0" marL="342900" rtl="0" algn="l">
              <a:spcBef>
                <a:spcPts val="480"/>
              </a:spcBef>
              <a:spcAft>
                <a:spcPts val="0"/>
              </a:spcAft>
              <a:buSzPts val="1440"/>
              <a:buChar char="■"/>
            </a:pPr>
            <a:r>
              <a:rPr lang="en-US" sz="2400"/>
              <a:t>Growth:</a:t>
            </a:r>
            <a:endParaRPr/>
          </a:p>
          <a:p>
            <a:pPr indent="-285750" lvl="1" marL="742950" rtl="0" algn="l">
              <a:spcBef>
                <a:spcPts val="440"/>
              </a:spcBef>
              <a:spcAft>
                <a:spcPts val="0"/>
              </a:spcAft>
              <a:buSzPts val="1210"/>
              <a:buChar char="■"/>
            </a:pPr>
            <a:r>
              <a:rPr lang="en-US" sz="2200"/>
              <a:t>O-O tools for modeling and analysis, O-O Programming Languages like Java and C++</a:t>
            </a:r>
            <a:endParaRPr/>
          </a:p>
          <a:p>
            <a:pPr indent="-342900" lvl="0" marL="342900" rtl="0" algn="l">
              <a:spcBef>
                <a:spcPts val="480"/>
              </a:spcBef>
              <a:spcAft>
                <a:spcPts val="0"/>
              </a:spcAft>
              <a:buSzPts val="1440"/>
              <a:buChar char="■"/>
            </a:pPr>
            <a:r>
              <a:rPr lang="en-US" sz="2400"/>
              <a:t>Compromise Solution Proposed:</a:t>
            </a:r>
            <a:endParaRPr/>
          </a:p>
          <a:p>
            <a:pPr indent="-285750" lvl="1" marL="742950" rtl="0" algn="l">
              <a:spcBef>
                <a:spcPts val="440"/>
              </a:spcBef>
              <a:spcAft>
                <a:spcPts val="0"/>
              </a:spcAft>
              <a:buSzPts val="1210"/>
              <a:buChar char="■"/>
            </a:pPr>
            <a:r>
              <a:rPr lang="en-US" sz="2200"/>
              <a:t>Object Relational DB Management (Informix Universal Server, Oracle 10i, IBM’s UDB, DB2/II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9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0" lvl="0" marL="0" rtl="0" algn="ctr">
              <a:spcBef>
                <a:spcPts val="0"/>
              </a:spcBef>
              <a:spcAft>
                <a:spcPts val="0"/>
              </a:spcAft>
              <a:buSzPts val="1680"/>
              <a:buNone/>
            </a:pPr>
            <a:r>
              <a:t/>
            </a:r>
            <a:endParaRPr b="1"/>
          </a:p>
          <a:p>
            <a:pPr indent="0" lvl="0" marL="0" rtl="0" algn="ctr">
              <a:spcBef>
                <a:spcPts val="560"/>
              </a:spcBef>
              <a:spcAft>
                <a:spcPts val="0"/>
              </a:spcAft>
              <a:buSzPts val="1680"/>
              <a:buNone/>
            </a:pPr>
            <a:r>
              <a:t/>
            </a:r>
            <a:endParaRPr b="1"/>
          </a:p>
          <a:p>
            <a:pPr indent="0" lvl="0" marL="0" rtl="0" algn="ctr">
              <a:spcBef>
                <a:spcPts val="640"/>
              </a:spcBef>
              <a:spcAft>
                <a:spcPts val="0"/>
              </a:spcAft>
              <a:buSzPts val="1920"/>
              <a:buNone/>
            </a:pPr>
            <a:r>
              <a:rPr b="1" lang="en-US" sz="3200"/>
              <a:t>CHAPTER 24</a:t>
            </a:r>
            <a:endParaRPr/>
          </a:p>
          <a:p>
            <a:pPr indent="0" lvl="0" marL="0" rtl="0" algn="ctr">
              <a:spcBef>
                <a:spcPts val="560"/>
              </a:spcBef>
              <a:spcAft>
                <a:spcPts val="0"/>
              </a:spcAft>
              <a:buSzPts val="1680"/>
              <a:buNone/>
            </a:pPr>
            <a:r>
              <a:t/>
            </a:r>
            <a:endParaRPr b="1"/>
          </a:p>
          <a:p>
            <a:pPr indent="0" lvl="0" marL="0" rtl="0" algn="ctr">
              <a:spcBef>
                <a:spcPts val="720"/>
              </a:spcBef>
              <a:spcAft>
                <a:spcPts val="0"/>
              </a:spcAft>
              <a:buSzPts val="2160"/>
              <a:buNone/>
            </a:pPr>
            <a:r>
              <a:rPr b="1" lang="en-US" sz="3600"/>
              <a:t>NOSQL Databases</a:t>
            </a:r>
            <a:endParaRPr/>
          </a:p>
          <a:p>
            <a:pPr indent="0" lvl="0" marL="0" rtl="0" algn="ctr">
              <a:spcBef>
                <a:spcPts val="720"/>
              </a:spcBef>
              <a:spcAft>
                <a:spcPts val="0"/>
              </a:spcAft>
              <a:buSzPts val="2160"/>
              <a:buNone/>
            </a:pPr>
            <a:r>
              <a:rPr b="1" lang="en-US" sz="3600"/>
              <a:t>and Big Data Storage Systems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0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a:t>
            </a:r>
            <a:endParaRPr/>
          </a:p>
        </p:txBody>
      </p:sp>
      <p:sp>
        <p:nvSpPr>
          <p:cNvPr id="1232" name="Google Shape;1232;p10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NOSQL</a:t>
            </a:r>
            <a:endParaRPr/>
          </a:p>
          <a:p>
            <a:pPr indent="-285750" lvl="1" marL="742950" rtl="0" algn="l">
              <a:spcBef>
                <a:spcPts val="520"/>
              </a:spcBef>
              <a:spcAft>
                <a:spcPts val="0"/>
              </a:spcAft>
              <a:buSzPts val="1430"/>
              <a:buChar char="■"/>
            </a:pPr>
            <a:r>
              <a:rPr lang="en-US"/>
              <a:t>Not only SQL</a:t>
            </a:r>
            <a:endParaRPr/>
          </a:p>
          <a:p>
            <a:pPr indent="-285750" lvl="1" marL="742950" rtl="0" algn="l">
              <a:spcBef>
                <a:spcPts val="520"/>
              </a:spcBef>
              <a:spcAft>
                <a:spcPts val="0"/>
              </a:spcAft>
              <a:buSzPts val="1430"/>
              <a:buChar char="■"/>
            </a:pPr>
            <a:r>
              <a:rPr lang="en-US"/>
              <a:t>SQL systems offer many features (not everyone will use) and restrictive</a:t>
            </a:r>
            <a:endParaRPr/>
          </a:p>
          <a:p>
            <a:pPr indent="-342900" lvl="0" marL="342900" rtl="0" algn="l">
              <a:spcBef>
                <a:spcPts val="560"/>
              </a:spcBef>
              <a:spcAft>
                <a:spcPts val="0"/>
              </a:spcAft>
              <a:buSzPts val="1680"/>
              <a:buChar char="■"/>
            </a:pPr>
            <a:r>
              <a:rPr lang="en-US"/>
              <a:t>Most NOSQL systems are distributed databases or distributed storage systems</a:t>
            </a:r>
            <a:endParaRPr/>
          </a:p>
          <a:p>
            <a:pPr indent="-285750" lvl="1" marL="742950" rtl="0" algn="l">
              <a:spcBef>
                <a:spcPts val="520"/>
              </a:spcBef>
              <a:spcAft>
                <a:spcPts val="0"/>
              </a:spcAft>
              <a:buSzPts val="1430"/>
              <a:buChar char="■"/>
            </a:pPr>
            <a:r>
              <a:rPr lang="en-US"/>
              <a:t>Focus on semi-structured data storage, high performance, availability, data replication, and scalability</a:t>
            </a:r>
            <a:endParaRPr/>
          </a:p>
        </p:txBody>
      </p:sp>
      <p:sp>
        <p:nvSpPr>
          <p:cNvPr id="1233" name="Google Shape;1233;p10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10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 (cont’d.)</a:t>
            </a:r>
            <a:endParaRPr/>
          </a:p>
        </p:txBody>
      </p:sp>
      <p:sp>
        <p:nvSpPr>
          <p:cNvPr id="1239" name="Google Shape;1239;p10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NOSQL systems focus on storage of “big data”</a:t>
            </a:r>
            <a:endParaRPr/>
          </a:p>
          <a:p>
            <a:pPr indent="-342900" lvl="0" marL="342900" rtl="0" algn="l">
              <a:spcBef>
                <a:spcPts val="560"/>
              </a:spcBef>
              <a:spcAft>
                <a:spcPts val="0"/>
              </a:spcAft>
              <a:buSzPts val="1680"/>
              <a:buChar char="■"/>
            </a:pPr>
            <a:r>
              <a:rPr lang="en-US"/>
              <a:t>Typical applications that use NOSQL</a:t>
            </a:r>
            <a:endParaRPr/>
          </a:p>
          <a:p>
            <a:pPr indent="-285750" lvl="1" marL="742950" rtl="0" algn="l">
              <a:spcBef>
                <a:spcPts val="520"/>
              </a:spcBef>
              <a:spcAft>
                <a:spcPts val="0"/>
              </a:spcAft>
              <a:buSzPts val="1430"/>
              <a:buChar char="■"/>
            </a:pPr>
            <a:r>
              <a:rPr lang="en-US"/>
              <a:t>Social media</a:t>
            </a:r>
            <a:endParaRPr/>
          </a:p>
          <a:p>
            <a:pPr indent="-285750" lvl="1" marL="742950" rtl="0" algn="l">
              <a:spcBef>
                <a:spcPts val="520"/>
              </a:spcBef>
              <a:spcAft>
                <a:spcPts val="0"/>
              </a:spcAft>
              <a:buSzPts val="1430"/>
              <a:buChar char="■"/>
            </a:pPr>
            <a:r>
              <a:rPr lang="en-US"/>
              <a:t>Web links</a:t>
            </a:r>
            <a:endParaRPr/>
          </a:p>
          <a:p>
            <a:pPr indent="-285750" lvl="1" marL="742950" rtl="0" algn="l">
              <a:spcBef>
                <a:spcPts val="520"/>
              </a:spcBef>
              <a:spcAft>
                <a:spcPts val="0"/>
              </a:spcAft>
              <a:buSzPts val="1430"/>
              <a:buChar char="■"/>
            </a:pPr>
            <a:r>
              <a:rPr lang="en-US"/>
              <a:t>User profiles</a:t>
            </a:r>
            <a:endParaRPr/>
          </a:p>
          <a:p>
            <a:pPr indent="-285750" lvl="1" marL="742950" rtl="0" algn="l">
              <a:spcBef>
                <a:spcPts val="520"/>
              </a:spcBef>
              <a:spcAft>
                <a:spcPts val="0"/>
              </a:spcAft>
              <a:buSzPts val="1430"/>
              <a:buChar char="■"/>
            </a:pPr>
            <a:r>
              <a:rPr lang="en-US"/>
              <a:t>Marketing and sales</a:t>
            </a:r>
            <a:endParaRPr/>
          </a:p>
          <a:p>
            <a:pPr indent="-285750" lvl="1" marL="742950" rtl="0" algn="l">
              <a:spcBef>
                <a:spcPts val="520"/>
              </a:spcBef>
              <a:spcAft>
                <a:spcPts val="0"/>
              </a:spcAft>
              <a:buSzPts val="1430"/>
              <a:buChar char="■"/>
            </a:pPr>
            <a:r>
              <a:rPr lang="en-US"/>
              <a:t>Posts and tweets</a:t>
            </a:r>
            <a:endParaRPr/>
          </a:p>
          <a:p>
            <a:pPr indent="-285750" lvl="1" marL="742950" rtl="0" algn="l">
              <a:spcBef>
                <a:spcPts val="520"/>
              </a:spcBef>
              <a:spcAft>
                <a:spcPts val="0"/>
              </a:spcAft>
              <a:buSzPts val="1430"/>
              <a:buChar char="■"/>
            </a:pPr>
            <a:r>
              <a:rPr lang="en-US"/>
              <a:t>Road maps and spatial data</a:t>
            </a:r>
            <a:endParaRPr/>
          </a:p>
          <a:p>
            <a:pPr indent="-285750" lvl="1" marL="742950" rtl="0" algn="l">
              <a:spcBef>
                <a:spcPts val="520"/>
              </a:spcBef>
              <a:spcAft>
                <a:spcPts val="0"/>
              </a:spcAft>
              <a:buSzPts val="1430"/>
              <a:buChar char="■"/>
            </a:pPr>
            <a:r>
              <a:rPr lang="en-US"/>
              <a:t>Email</a:t>
            </a:r>
            <a:endParaRPr/>
          </a:p>
        </p:txBody>
      </p:sp>
      <p:sp>
        <p:nvSpPr>
          <p:cNvPr id="1240" name="Google Shape;1240;p10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10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24.1 Introduction to NOSQL Systems</a:t>
            </a:r>
            <a:endParaRPr/>
          </a:p>
        </p:txBody>
      </p:sp>
      <p:sp>
        <p:nvSpPr>
          <p:cNvPr id="1246" name="Google Shape;1246;p10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BigTable</a:t>
            </a:r>
            <a:endParaRPr/>
          </a:p>
          <a:p>
            <a:pPr indent="-285750" lvl="1" marL="742950" rtl="0" algn="l">
              <a:spcBef>
                <a:spcPts val="520"/>
              </a:spcBef>
              <a:spcAft>
                <a:spcPts val="0"/>
              </a:spcAft>
              <a:buSzPts val="1430"/>
              <a:buChar char="■"/>
            </a:pPr>
            <a:r>
              <a:rPr lang="en-US"/>
              <a:t>Google’s proprietary NOSQL system</a:t>
            </a:r>
            <a:endParaRPr/>
          </a:p>
          <a:p>
            <a:pPr indent="-285750" lvl="1" marL="742950" rtl="0" algn="l">
              <a:spcBef>
                <a:spcPts val="520"/>
              </a:spcBef>
              <a:spcAft>
                <a:spcPts val="0"/>
              </a:spcAft>
              <a:buSzPts val="1430"/>
              <a:buChar char="■"/>
            </a:pPr>
            <a:r>
              <a:rPr lang="en-US"/>
              <a:t>Column-based or wide column store</a:t>
            </a:r>
            <a:endParaRPr/>
          </a:p>
          <a:p>
            <a:pPr indent="-342900" lvl="0" marL="342900" rtl="0" algn="l">
              <a:spcBef>
                <a:spcPts val="560"/>
              </a:spcBef>
              <a:spcAft>
                <a:spcPts val="0"/>
              </a:spcAft>
              <a:buSzPts val="1680"/>
              <a:buChar char="■"/>
            </a:pPr>
            <a:r>
              <a:rPr lang="en-US"/>
              <a:t>DynamoDB (Amazon)</a:t>
            </a:r>
            <a:endParaRPr/>
          </a:p>
          <a:p>
            <a:pPr indent="-285750" lvl="1" marL="742950" rtl="0" algn="l">
              <a:spcBef>
                <a:spcPts val="520"/>
              </a:spcBef>
              <a:spcAft>
                <a:spcPts val="0"/>
              </a:spcAft>
              <a:buSzPts val="1430"/>
              <a:buChar char="■"/>
            </a:pPr>
            <a:r>
              <a:rPr lang="en-US"/>
              <a:t>Key-value data store</a:t>
            </a:r>
            <a:endParaRPr/>
          </a:p>
          <a:p>
            <a:pPr indent="-342900" lvl="0" marL="342900" rtl="0" algn="l">
              <a:spcBef>
                <a:spcPts val="560"/>
              </a:spcBef>
              <a:spcAft>
                <a:spcPts val="0"/>
              </a:spcAft>
              <a:buSzPts val="1680"/>
              <a:buChar char="■"/>
            </a:pPr>
            <a:r>
              <a:rPr lang="en-US"/>
              <a:t>Cassandra (Facebook)</a:t>
            </a:r>
            <a:endParaRPr/>
          </a:p>
          <a:p>
            <a:pPr indent="-285750" lvl="1" marL="742950" rtl="0" algn="l">
              <a:spcBef>
                <a:spcPts val="520"/>
              </a:spcBef>
              <a:spcAft>
                <a:spcPts val="0"/>
              </a:spcAft>
              <a:buSzPts val="1430"/>
              <a:buChar char="■"/>
            </a:pPr>
            <a:r>
              <a:rPr lang="en-US"/>
              <a:t>Uses concepts from both key-value store and column-based systems</a:t>
            </a:r>
            <a:endParaRPr/>
          </a:p>
        </p:txBody>
      </p:sp>
      <p:sp>
        <p:nvSpPr>
          <p:cNvPr id="1247" name="Google Shape;1247;p10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1" name="Shape 1251"/>
        <p:cNvGrpSpPr/>
        <p:nvPr/>
      </p:nvGrpSpPr>
      <p:grpSpPr>
        <a:xfrm>
          <a:off x="0" y="0"/>
          <a:ext cx="0" cy="0"/>
          <a:chOff x="0" y="0"/>
          <a:chExt cx="0" cy="0"/>
        </a:xfrm>
      </p:grpSpPr>
      <p:sp>
        <p:nvSpPr>
          <p:cNvPr id="1252" name="Google Shape;1252;p10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 to NOSQL Systems (cont’d.)</a:t>
            </a:r>
            <a:endParaRPr/>
          </a:p>
        </p:txBody>
      </p:sp>
      <p:sp>
        <p:nvSpPr>
          <p:cNvPr id="1253" name="Google Shape;1253;p10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MongoDB and CouchDB</a:t>
            </a:r>
            <a:endParaRPr/>
          </a:p>
          <a:p>
            <a:pPr indent="-285750" lvl="1" marL="742950" rtl="0" algn="l">
              <a:spcBef>
                <a:spcPts val="520"/>
              </a:spcBef>
              <a:spcAft>
                <a:spcPts val="0"/>
              </a:spcAft>
              <a:buSzPts val="1430"/>
              <a:buChar char="■"/>
            </a:pPr>
            <a:r>
              <a:rPr lang="en-US"/>
              <a:t>Document stores</a:t>
            </a:r>
            <a:endParaRPr/>
          </a:p>
          <a:p>
            <a:pPr indent="-342900" lvl="0" marL="342900" rtl="0" algn="l">
              <a:spcBef>
                <a:spcPts val="560"/>
              </a:spcBef>
              <a:spcAft>
                <a:spcPts val="0"/>
              </a:spcAft>
              <a:buSzPts val="1680"/>
              <a:buChar char="■"/>
            </a:pPr>
            <a:r>
              <a:rPr lang="en-US"/>
              <a:t>Neo4J and GraphBase</a:t>
            </a:r>
            <a:endParaRPr/>
          </a:p>
          <a:p>
            <a:pPr indent="-285750" lvl="1" marL="742950" rtl="0" algn="l">
              <a:spcBef>
                <a:spcPts val="520"/>
              </a:spcBef>
              <a:spcAft>
                <a:spcPts val="0"/>
              </a:spcAft>
              <a:buSzPts val="1430"/>
              <a:buChar char="■"/>
            </a:pPr>
            <a:r>
              <a:rPr lang="en-US"/>
              <a:t>Graph-based NOSQL systems</a:t>
            </a:r>
            <a:endParaRPr/>
          </a:p>
          <a:p>
            <a:pPr indent="-342900" lvl="0" marL="342900" rtl="0" algn="l">
              <a:spcBef>
                <a:spcPts val="560"/>
              </a:spcBef>
              <a:spcAft>
                <a:spcPts val="0"/>
              </a:spcAft>
              <a:buSzPts val="1680"/>
              <a:buChar char="■"/>
            </a:pPr>
            <a:r>
              <a:rPr lang="en-US"/>
              <a:t>OrientDB</a:t>
            </a:r>
            <a:endParaRPr/>
          </a:p>
          <a:p>
            <a:pPr indent="-285750" lvl="1" marL="742950" rtl="0" algn="l">
              <a:spcBef>
                <a:spcPts val="520"/>
              </a:spcBef>
              <a:spcAft>
                <a:spcPts val="0"/>
              </a:spcAft>
              <a:buSzPts val="1430"/>
              <a:buChar char="■"/>
            </a:pPr>
            <a:r>
              <a:rPr lang="en-US"/>
              <a:t>Combines several concepts</a:t>
            </a:r>
            <a:endParaRPr/>
          </a:p>
          <a:p>
            <a:pPr indent="-342900" lvl="0" marL="342900" rtl="0" algn="l">
              <a:spcBef>
                <a:spcPts val="560"/>
              </a:spcBef>
              <a:spcAft>
                <a:spcPts val="0"/>
              </a:spcAft>
              <a:buSzPts val="1680"/>
              <a:buChar char="■"/>
            </a:pPr>
            <a:r>
              <a:rPr lang="en-US"/>
              <a:t>Database systems classified on the object model</a:t>
            </a:r>
            <a:endParaRPr/>
          </a:p>
          <a:p>
            <a:pPr indent="-285750" lvl="1" marL="742950" rtl="0" algn="l">
              <a:spcBef>
                <a:spcPts val="520"/>
              </a:spcBef>
              <a:spcAft>
                <a:spcPts val="0"/>
              </a:spcAft>
              <a:buSzPts val="1430"/>
              <a:buChar char="■"/>
            </a:pPr>
            <a:r>
              <a:rPr lang="en-US"/>
              <a:t>Or native XML model</a:t>
            </a:r>
            <a:endParaRPr/>
          </a:p>
          <a:p>
            <a:pPr indent="-194944" lvl="1" marL="742950" rtl="0" algn="l">
              <a:spcBef>
                <a:spcPts val="520"/>
              </a:spcBef>
              <a:spcAft>
                <a:spcPts val="0"/>
              </a:spcAft>
              <a:buSzPts val="1430"/>
              <a:buNone/>
            </a:pPr>
            <a:r>
              <a:t/>
            </a:r>
            <a:endParaRPr/>
          </a:p>
        </p:txBody>
      </p:sp>
      <p:sp>
        <p:nvSpPr>
          <p:cNvPr id="1254" name="Google Shape;1254;p10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10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 to NOSQL Systems (cont’d.)</a:t>
            </a:r>
            <a:endParaRPr/>
          </a:p>
        </p:txBody>
      </p:sp>
      <p:sp>
        <p:nvSpPr>
          <p:cNvPr id="1260" name="Google Shape;1260;p10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NOSQL characteristics related to distributed databases and distributed systems</a:t>
            </a:r>
            <a:endParaRPr/>
          </a:p>
          <a:p>
            <a:pPr indent="-285750" lvl="1" marL="742950" rtl="0" algn="l">
              <a:spcBef>
                <a:spcPts val="520"/>
              </a:spcBef>
              <a:spcAft>
                <a:spcPts val="0"/>
              </a:spcAft>
              <a:buSzPts val="1430"/>
              <a:buChar char="■"/>
            </a:pPr>
            <a:r>
              <a:rPr lang="en-US"/>
              <a:t>Scalability</a:t>
            </a:r>
            <a:endParaRPr/>
          </a:p>
          <a:p>
            <a:pPr indent="-285750" lvl="1" marL="742950" rtl="0" algn="l">
              <a:spcBef>
                <a:spcPts val="520"/>
              </a:spcBef>
              <a:spcAft>
                <a:spcPts val="0"/>
              </a:spcAft>
              <a:buSzPts val="1430"/>
              <a:buChar char="■"/>
            </a:pPr>
            <a:r>
              <a:rPr lang="en-US"/>
              <a:t>Availability, replication, and eventual consistency</a:t>
            </a:r>
            <a:endParaRPr/>
          </a:p>
          <a:p>
            <a:pPr indent="-285750" lvl="1" marL="742950" rtl="0" algn="l">
              <a:spcBef>
                <a:spcPts val="520"/>
              </a:spcBef>
              <a:spcAft>
                <a:spcPts val="0"/>
              </a:spcAft>
              <a:buSzPts val="1430"/>
              <a:buChar char="■"/>
            </a:pPr>
            <a:r>
              <a:rPr lang="en-US"/>
              <a:t>Replication models</a:t>
            </a:r>
            <a:endParaRPr/>
          </a:p>
          <a:p>
            <a:pPr indent="-228600" lvl="2" marL="1143000" rtl="0" algn="l">
              <a:spcBef>
                <a:spcPts val="480"/>
              </a:spcBef>
              <a:spcAft>
                <a:spcPts val="0"/>
              </a:spcAft>
              <a:buSzPts val="1200"/>
              <a:buChar char="■"/>
            </a:pPr>
            <a:r>
              <a:rPr lang="en-US"/>
              <a:t>Master-slave</a:t>
            </a:r>
            <a:endParaRPr/>
          </a:p>
          <a:p>
            <a:pPr indent="-228600" lvl="2" marL="1143000" rtl="0" algn="l">
              <a:spcBef>
                <a:spcPts val="480"/>
              </a:spcBef>
              <a:spcAft>
                <a:spcPts val="0"/>
              </a:spcAft>
              <a:buSzPts val="1200"/>
              <a:buChar char="■"/>
            </a:pPr>
            <a:r>
              <a:rPr lang="en-US"/>
              <a:t>Master-master</a:t>
            </a:r>
            <a:endParaRPr/>
          </a:p>
          <a:p>
            <a:pPr indent="-285750" lvl="1" marL="742950" rtl="0" algn="l">
              <a:spcBef>
                <a:spcPts val="520"/>
              </a:spcBef>
              <a:spcAft>
                <a:spcPts val="0"/>
              </a:spcAft>
              <a:buSzPts val="1430"/>
              <a:buChar char="■"/>
            </a:pPr>
            <a:r>
              <a:rPr lang="en-US"/>
              <a:t>Sharding of files</a:t>
            </a:r>
            <a:endParaRPr/>
          </a:p>
          <a:p>
            <a:pPr indent="-285750" lvl="1" marL="742950" rtl="0" algn="l">
              <a:spcBef>
                <a:spcPts val="520"/>
              </a:spcBef>
              <a:spcAft>
                <a:spcPts val="0"/>
              </a:spcAft>
              <a:buSzPts val="1430"/>
              <a:buChar char="■"/>
            </a:pPr>
            <a:r>
              <a:rPr lang="en-US"/>
              <a:t>High performance data access</a:t>
            </a:r>
            <a:endParaRPr/>
          </a:p>
          <a:p>
            <a:pPr indent="-194944" lvl="1" marL="742950" rtl="0" algn="l">
              <a:spcBef>
                <a:spcPts val="520"/>
              </a:spcBef>
              <a:spcAft>
                <a:spcPts val="0"/>
              </a:spcAft>
              <a:buSzPts val="1430"/>
              <a:buNone/>
            </a:pPr>
            <a:r>
              <a:t/>
            </a:r>
            <a:endParaRPr/>
          </a:p>
        </p:txBody>
      </p:sp>
      <p:sp>
        <p:nvSpPr>
          <p:cNvPr id="1261" name="Google Shape;1261;p10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0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 to NOSQL Systems (cont’d.)</a:t>
            </a:r>
            <a:endParaRPr/>
          </a:p>
        </p:txBody>
      </p:sp>
      <p:sp>
        <p:nvSpPr>
          <p:cNvPr id="1267" name="Google Shape;1267;p10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NOSQL characteristics related to data models and query languages</a:t>
            </a:r>
            <a:endParaRPr/>
          </a:p>
          <a:p>
            <a:pPr indent="-285750" lvl="1" marL="742950" rtl="0" algn="l">
              <a:spcBef>
                <a:spcPts val="520"/>
              </a:spcBef>
              <a:spcAft>
                <a:spcPts val="0"/>
              </a:spcAft>
              <a:buSzPts val="1430"/>
              <a:buChar char="■"/>
            </a:pPr>
            <a:r>
              <a:rPr lang="en-US"/>
              <a:t>Schema not required</a:t>
            </a:r>
            <a:endParaRPr/>
          </a:p>
          <a:p>
            <a:pPr indent="-285750" lvl="1" marL="742950" rtl="0" algn="l">
              <a:spcBef>
                <a:spcPts val="520"/>
              </a:spcBef>
              <a:spcAft>
                <a:spcPts val="0"/>
              </a:spcAft>
              <a:buSzPts val="1430"/>
              <a:buChar char="■"/>
            </a:pPr>
            <a:r>
              <a:rPr lang="en-US"/>
              <a:t>Less powerful query languages</a:t>
            </a:r>
            <a:endParaRPr/>
          </a:p>
          <a:p>
            <a:pPr indent="-285750" lvl="1" marL="742950" rtl="0" algn="l">
              <a:spcBef>
                <a:spcPts val="520"/>
              </a:spcBef>
              <a:spcAft>
                <a:spcPts val="0"/>
              </a:spcAft>
              <a:buSzPts val="1430"/>
              <a:buChar char="■"/>
            </a:pPr>
            <a:r>
              <a:rPr lang="en-US"/>
              <a:t>Versioning</a:t>
            </a:r>
            <a:endParaRPr/>
          </a:p>
          <a:p>
            <a:pPr indent="-194944" lvl="1" marL="742950" rtl="0" algn="l">
              <a:spcBef>
                <a:spcPts val="520"/>
              </a:spcBef>
              <a:spcAft>
                <a:spcPts val="0"/>
              </a:spcAft>
              <a:buSzPts val="1430"/>
              <a:buNone/>
            </a:pPr>
            <a:r>
              <a:t/>
            </a:r>
            <a:endParaRPr/>
          </a:p>
        </p:txBody>
      </p:sp>
      <p:sp>
        <p:nvSpPr>
          <p:cNvPr id="1268" name="Google Shape;1268;p10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0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Introduction to NOSQL Systems (cont’d.)</a:t>
            </a:r>
            <a:endParaRPr/>
          </a:p>
        </p:txBody>
      </p:sp>
      <p:sp>
        <p:nvSpPr>
          <p:cNvPr id="1274" name="Google Shape;1274;p10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Categories of NOSQL systems</a:t>
            </a:r>
            <a:endParaRPr/>
          </a:p>
          <a:p>
            <a:pPr indent="-285750" lvl="1" marL="742950" rtl="0" algn="l">
              <a:spcBef>
                <a:spcPts val="520"/>
              </a:spcBef>
              <a:spcAft>
                <a:spcPts val="0"/>
              </a:spcAft>
              <a:buSzPts val="1430"/>
              <a:buChar char="■"/>
            </a:pPr>
            <a:r>
              <a:rPr lang="en-US"/>
              <a:t>Document-based NOSQL systems</a:t>
            </a:r>
            <a:endParaRPr/>
          </a:p>
          <a:p>
            <a:pPr indent="-285750" lvl="1" marL="742950" rtl="0" algn="l">
              <a:spcBef>
                <a:spcPts val="520"/>
              </a:spcBef>
              <a:spcAft>
                <a:spcPts val="0"/>
              </a:spcAft>
              <a:buSzPts val="1430"/>
              <a:buChar char="■"/>
            </a:pPr>
            <a:r>
              <a:rPr lang="en-US"/>
              <a:t>NOSQL key-value stores</a:t>
            </a:r>
            <a:endParaRPr/>
          </a:p>
          <a:p>
            <a:pPr indent="-285750" lvl="1" marL="742950" rtl="0" algn="l">
              <a:spcBef>
                <a:spcPts val="520"/>
              </a:spcBef>
              <a:spcAft>
                <a:spcPts val="0"/>
              </a:spcAft>
              <a:buSzPts val="1430"/>
              <a:buChar char="■"/>
            </a:pPr>
            <a:r>
              <a:rPr lang="en-US"/>
              <a:t>Column-based or wide column NOSQL systems</a:t>
            </a:r>
            <a:endParaRPr/>
          </a:p>
          <a:p>
            <a:pPr indent="-285750" lvl="1" marL="742950" rtl="0" algn="l">
              <a:spcBef>
                <a:spcPts val="520"/>
              </a:spcBef>
              <a:spcAft>
                <a:spcPts val="0"/>
              </a:spcAft>
              <a:buSzPts val="1430"/>
              <a:buChar char="■"/>
            </a:pPr>
            <a:r>
              <a:rPr lang="en-US"/>
              <a:t>Graph-based NOSQL systems</a:t>
            </a:r>
            <a:endParaRPr/>
          </a:p>
          <a:p>
            <a:pPr indent="-285750" lvl="1" marL="742950" rtl="0" algn="l">
              <a:spcBef>
                <a:spcPts val="520"/>
              </a:spcBef>
              <a:spcAft>
                <a:spcPts val="0"/>
              </a:spcAft>
              <a:buSzPts val="1430"/>
              <a:buChar char="■"/>
            </a:pPr>
            <a:r>
              <a:rPr lang="en-US"/>
              <a:t>Hybrid NOSQL systems</a:t>
            </a:r>
            <a:endParaRPr/>
          </a:p>
          <a:p>
            <a:pPr indent="-285750" lvl="1" marL="742950" rtl="0" algn="l">
              <a:spcBef>
                <a:spcPts val="520"/>
              </a:spcBef>
              <a:spcAft>
                <a:spcPts val="0"/>
              </a:spcAft>
              <a:buSzPts val="1430"/>
              <a:buChar char="■"/>
            </a:pPr>
            <a:r>
              <a:rPr lang="en-US"/>
              <a:t>Object databases</a:t>
            </a:r>
            <a:endParaRPr/>
          </a:p>
          <a:p>
            <a:pPr indent="-285750" lvl="1" marL="742950" rtl="0" algn="l">
              <a:spcBef>
                <a:spcPts val="520"/>
              </a:spcBef>
              <a:spcAft>
                <a:spcPts val="0"/>
              </a:spcAft>
              <a:buSzPts val="1430"/>
              <a:buChar char="■"/>
            </a:pPr>
            <a:r>
              <a:rPr lang="en-US"/>
              <a:t>XML databases</a:t>
            </a:r>
            <a:endParaRPr/>
          </a:p>
          <a:p>
            <a:pPr indent="-194944" lvl="1" marL="742950" rtl="0" algn="l">
              <a:spcBef>
                <a:spcPts val="520"/>
              </a:spcBef>
              <a:spcAft>
                <a:spcPts val="0"/>
              </a:spcAft>
              <a:buSzPts val="1430"/>
              <a:buNone/>
            </a:pPr>
            <a:r>
              <a:t/>
            </a:r>
            <a:endParaRPr/>
          </a:p>
          <a:p>
            <a:pPr indent="-194944" lvl="1" marL="742950" rtl="0" algn="l">
              <a:spcBef>
                <a:spcPts val="520"/>
              </a:spcBef>
              <a:spcAft>
                <a:spcPts val="0"/>
              </a:spcAft>
              <a:buSzPts val="1430"/>
              <a:buNone/>
            </a:pPr>
            <a:r>
              <a:t/>
            </a:r>
            <a:endParaRPr/>
          </a:p>
          <a:p>
            <a:pPr indent="-194944" lvl="1" marL="742950" rtl="0" algn="l">
              <a:spcBef>
                <a:spcPts val="520"/>
              </a:spcBef>
              <a:spcAft>
                <a:spcPts val="0"/>
              </a:spcAft>
              <a:buSzPts val="1430"/>
              <a:buNone/>
            </a:pPr>
            <a:r>
              <a:t/>
            </a:r>
            <a:endParaRPr/>
          </a:p>
        </p:txBody>
      </p:sp>
      <p:sp>
        <p:nvSpPr>
          <p:cNvPr id="1275" name="Google Shape;1275;p10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0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24.2 The CAP Theorem</a:t>
            </a:r>
            <a:endParaRPr/>
          </a:p>
        </p:txBody>
      </p:sp>
      <p:sp>
        <p:nvSpPr>
          <p:cNvPr id="1281" name="Google Shape;1281;p10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Various levels of consistency among replicated data items</a:t>
            </a:r>
            <a:endParaRPr/>
          </a:p>
          <a:p>
            <a:pPr indent="-285750" lvl="1" marL="742950" rtl="0" algn="l">
              <a:spcBef>
                <a:spcPts val="520"/>
              </a:spcBef>
              <a:spcAft>
                <a:spcPts val="0"/>
              </a:spcAft>
              <a:buSzPts val="1430"/>
              <a:buChar char="■"/>
            </a:pPr>
            <a:r>
              <a:rPr lang="en-US"/>
              <a:t>Enforcing serializabilty the strongest form of consistency</a:t>
            </a:r>
            <a:endParaRPr/>
          </a:p>
          <a:p>
            <a:pPr indent="-228600" lvl="2" marL="1143000" rtl="0" algn="l">
              <a:spcBef>
                <a:spcPts val="480"/>
              </a:spcBef>
              <a:spcAft>
                <a:spcPts val="0"/>
              </a:spcAft>
              <a:buSzPts val="1200"/>
              <a:buChar char="■"/>
            </a:pPr>
            <a:r>
              <a:rPr lang="en-US"/>
              <a:t>High overhead – can reduce read/write operation performance</a:t>
            </a:r>
            <a:endParaRPr/>
          </a:p>
          <a:p>
            <a:pPr indent="-342900" lvl="0" marL="342900" rtl="0" algn="l">
              <a:spcBef>
                <a:spcPts val="560"/>
              </a:spcBef>
              <a:spcAft>
                <a:spcPts val="0"/>
              </a:spcAft>
              <a:buSzPts val="1680"/>
              <a:buChar char="■"/>
            </a:pPr>
            <a:r>
              <a:rPr lang="en-US"/>
              <a:t>CAP theorem</a:t>
            </a:r>
            <a:endParaRPr/>
          </a:p>
          <a:p>
            <a:pPr indent="-285750" lvl="1" marL="742950" rtl="0" algn="l">
              <a:spcBef>
                <a:spcPts val="520"/>
              </a:spcBef>
              <a:spcAft>
                <a:spcPts val="0"/>
              </a:spcAft>
              <a:buSzPts val="1430"/>
              <a:buChar char="■"/>
            </a:pPr>
            <a:r>
              <a:rPr lang="en-US"/>
              <a:t>Consistency, availability, and partition tolerance</a:t>
            </a:r>
            <a:endParaRPr/>
          </a:p>
          <a:p>
            <a:pPr indent="-285750" lvl="1" marL="742950" rtl="0" algn="l">
              <a:spcBef>
                <a:spcPts val="520"/>
              </a:spcBef>
              <a:spcAft>
                <a:spcPts val="0"/>
              </a:spcAft>
              <a:buSzPts val="1430"/>
              <a:buChar char="■"/>
            </a:pPr>
            <a:r>
              <a:rPr lang="en-US"/>
              <a:t>Not possible to guarantee all three simultaneously</a:t>
            </a:r>
            <a:endParaRPr/>
          </a:p>
          <a:p>
            <a:pPr indent="-228600" lvl="2" marL="1143000" rtl="0" algn="l">
              <a:spcBef>
                <a:spcPts val="480"/>
              </a:spcBef>
              <a:spcAft>
                <a:spcPts val="0"/>
              </a:spcAft>
              <a:buSzPts val="1200"/>
              <a:buChar char="■"/>
            </a:pPr>
            <a:r>
              <a:rPr lang="en-US"/>
              <a:t>In distributed system with data replication</a:t>
            </a:r>
            <a:endParaRPr/>
          </a:p>
        </p:txBody>
      </p:sp>
      <p:sp>
        <p:nvSpPr>
          <p:cNvPr id="1282" name="Google Shape;1282;p10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0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The CAP Theorem (cont’d.)</a:t>
            </a:r>
            <a:endParaRPr/>
          </a:p>
        </p:txBody>
      </p:sp>
      <p:sp>
        <p:nvSpPr>
          <p:cNvPr id="1288" name="Google Shape;1288;p10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Designer can choose two of three to guarantee</a:t>
            </a:r>
            <a:endParaRPr/>
          </a:p>
          <a:p>
            <a:pPr indent="-285750" lvl="1" marL="742950" rtl="0" algn="l">
              <a:spcBef>
                <a:spcPts val="520"/>
              </a:spcBef>
              <a:spcAft>
                <a:spcPts val="0"/>
              </a:spcAft>
              <a:buSzPts val="1430"/>
              <a:buChar char="■"/>
            </a:pPr>
            <a:r>
              <a:rPr lang="en-US"/>
              <a:t>Weaker consistency level is often acceptable in NOSQL distributed data store</a:t>
            </a:r>
            <a:endParaRPr/>
          </a:p>
          <a:p>
            <a:pPr indent="-285750" lvl="1" marL="742950" rtl="0" algn="l">
              <a:spcBef>
                <a:spcPts val="520"/>
              </a:spcBef>
              <a:spcAft>
                <a:spcPts val="0"/>
              </a:spcAft>
              <a:buSzPts val="1430"/>
              <a:buChar char="■"/>
            </a:pPr>
            <a:r>
              <a:rPr lang="en-US"/>
              <a:t>Guaranteeing availability and partition tolerance more important</a:t>
            </a:r>
            <a:endParaRPr/>
          </a:p>
          <a:p>
            <a:pPr indent="-285750" lvl="1" marL="742950" rtl="0" algn="l">
              <a:spcBef>
                <a:spcPts val="520"/>
              </a:spcBef>
              <a:spcAft>
                <a:spcPts val="0"/>
              </a:spcAft>
              <a:buSzPts val="1430"/>
              <a:buChar char="■"/>
            </a:pPr>
            <a:r>
              <a:rPr lang="en-US"/>
              <a:t>Eventual consistency often adopted</a:t>
            </a:r>
            <a:endParaRPr/>
          </a:p>
        </p:txBody>
      </p:sp>
      <p:sp>
        <p:nvSpPr>
          <p:cNvPr id="1289" name="Google Shape;1289;p10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0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24.3 Document-Based NOSQL Systems and MongoDB</a:t>
            </a:r>
            <a:endParaRPr/>
          </a:p>
        </p:txBody>
      </p:sp>
      <p:sp>
        <p:nvSpPr>
          <p:cNvPr id="1295" name="Google Shape;1295;p10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Document stores</a:t>
            </a:r>
            <a:endParaRPr/>
          </a:p>
          <a:p>
            <a:pPr indent="-285750" lvl="1" marL="742950" rtl="0" algn="l">
              <a:spcBef>
                <a:spcPts val="520"/>
              </a:spcBef>
              <a:spcAft>
                <a:spcPts val="0"/>
              </a:spcAft>
              <a:buSzPts val="1430"/>
              <a:buChar char="■"/>
            </a:pPr>
            <a:r>
              <a:rPr lang="en-US"/>
              <a:t>Collections of similar documents</a:t>
            </a:r>
            <a:endParaRPr/>
          </a:p>
          <a:p>
            <a:pPr indent="-342900" lvl="0" marL="342900" rtl="0" algn="l">
              <a:spcBef>
                <a:spcPts val="560"/>
              </a:spcBef>
              <a:spcAft>
                <a:spcPts val="0"/>
              </a:spcAft>
              <a:buSzPts val="1680"/>
              <a:buChar char="■"/>
            </a:pPr>
            <a:r>
              <a:rPr lang="en-US"/>
              <a:t>Individual documents resemble complex objects or XML documents</a:t>
            </a:r>
            <a:endParaRPr/>
          </a:p>
          <a:p>
            <a:pPr indent="-285750" lvl="1" marL="742950" rtl="0" algn="l">
              <a:spcBef>
                <a:spcPts val="520"/>
              </a:spcBef>
              <a:spcAft>
                <a:spcPts val="0"/>
              </a:spcAft>
              <a:buSzPts val="1430"/>
              <a:buChar char="■"/>
            </a:pPr>
            <a:r>
              <a:rPr lang="en-US"/>
              <a:t>Documents are self-describing</a:t>
            </a:r>
            <a:endParaRPr/>
          </a:p>
          <a:p>
            <a:pPr indent="-285750" lvl="1" marL="742950" rtl="0" algn="l">
              <a:spcBef>
                <a:spcPts val="520"/>
              </a:spcBef>
              <a:spcAft>
                <a:spcPts val="0"/>
              </a:spcAft>
              <a:buSzPts val="1430"/>
              <a:buChar char="■"/>
            </a:pPr>
            <a:r>
              <a:rPr lang="en-US"/>
              <a:t>Can have different data elements</a:t>
            </a:r>
            <a:endParaRPr/>
          </a:p>
          <a:p>
            <a:pPr indent="-342900" lvl="0" marL="342900" rtl="0" algn="l">
              <a:spcBef>
                <a:spcPts val="560"/>
              </a:spcBef>
              <a:spcAft>
                <a:spcPts val="0"/>
              </a:spcAft>
              <a:buSzPts val="1680"/>
              <a:buChar char="■"/>
            </a:pPr>
            <a:r>
              <a:rPr lang="en-US"/>
              <a:t>Documents can be specified in various formats</a:t>
            </a:r>
            <a:endParaRPr/>
          </a:p>
          <a:p>
            <a:pPr indent="-285750" lvl="1" marL="742950" rtl="0" algn="l">
              <a:spcBef>
                <a:spcPts val="520"/>
              </a:spcBef>
              <a:spcAft>
                <a:spcPts val="0"/>
              </a:spcAft>
              <a:buSzPts val="1430"/>
              <a:buChar char="■"/>
            </a:pPr>
            <a:r>
              <a:rPr lang="en-US"/>
              <a:t>XML</a:t>
            </a:r>
            <a:endParaRPr/>
          </a:p>
          <a:p>
            <a:pPr indent="-285750" lvl="1" marL="742950" rtl="0" algn="l">
              <a:spcBef>
                <a:spcPts val="520"/>
              </a:spcBef>
              <a:spcAft>
                <a:spcPts val="0"/>
              </a:spcAft>
              <a:buSzPts val="1430"/>
              <a:buChar char="■"/>
            </a:pPr>
            <a:r>
              <a:rPr lang="en-US"/>
              <a:t>JSON</a:t>
            </a:r>
            <a:endParaRPr/>
          </a:p>
          <a:p>
            <a:pPr indent="-194944" lvl="1" marL="742950" rtl="0" algn="l">
              <a:spcBef>
                <a:spcPts val="520"/>
              </a:spcBef>
              <a:spcAft>
                <a:spcPts val="0"/>
              </a:spcAft>
              <a:buSzPts val="1430"/>
              <a:buNone/>
            </a:pPr>
            <a:r>
              <a:t/>
            </a:r>
            <a:endParaRPr/>
          </a:p>
        </p:txBody>
      </p:sp>
      <p:sp>
        <p:nvSpPr>
          <p:cNvPr id="1296" name="Google Shape;1296;p10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11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MongoDB Data Model</a:t>
            </a:r>
            <a:endParaRPr/>
          </a:p>
        </p:txBody>
      </p:sp>
      <p:sp>
        <p:nvSpPr>
          <p:cNvPr id="1302" name="Google Shape;1302;p11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Documents stored in binary JSON (BSON) format</a:t>
            </a:r>
            <a:endParaRPr/>
          </a:p>
          <a:p>
            <a:pPr indent="-342900" lvl="0" marL="342900" rtl="0" algn="l">
              <a:spcBef>
                <a:spcPts val="560"/>
              </a:spcBef>
              <a:spcAft>
                <a:spcPts val="0"/>
              </a:spcAft>
              <a:buSzPts val="1680"/>
              <a:buChar char="■"/>
            </a:pPr>
            <a:r>
              <a:rPr lang="en-US"/>
              <a:t>Individual documents stored in a collection</a:t>
            </a:r>
            <a:endParaRPr/>
          </a:p>
          <a:p>
            <a:pPr indent="-342900" lvl="0" marL="342900" rtl="0" algn="l">
              <a:spcBef>
                <a:spcPts val="560"/>
              </a:spcBef>
              <a:spcAft>
                <a:spcPts val="0"/>
              </a:spcAft>
              <a:buSzPts val="1680"/>
              <a:buChar char="■"/>
            </a:pPr>
            <a:r>
              <a:rPr lang="en-US"/>
              <a:t>Example command</a:t>
            </a:r>
            <a:endParaRPr/>
          </a:p>
          <a:p>
            <a:pPr indent="-285750" lvl="1" marL="742950" rtl="0" algn="l">
              <a:spcBef>
                <a:spcPts val="520"/>
              </a:spcBef>
              <a:spcAft>
                <a:spcPts val="0"/>
              </a:spcAft>
              <a:buSzPts val="1430"/>
              <a:buChar char="■"/>
            </a:pPr>
            <a:r>
              <a:rPr lang="en-US"/>
              <a:t>First parameter specifies name of the collection</a:t>
            </a:r>
            <a:endParaRPr/>
          </a:p>
          <a:p>
            <a:pPr indent="-285750" lvl="1" marL="742950" rtl="0" algn="l">
              <a:spcBef>
                <a:spcPts val="520"/>
              </a:spcBef>
              <a:spcAft>
                <a:spcPts val="0"/>
              </a:spcAft>
              <a:buSzPts val="1430"/>
              <a:buChar char="■"/>
            </a:pPr>
            <a:r>
              <a:rPr lang="en-US"/>
              <a:t>Collection options include limits on size and number of documents</a:t>
            </a:r>
            <a:endParaRPr/>
          </a:p>
          <a:p>
            <a:pPr indent="-194944" lvl="1" marL="742950" rtl="0" algn="l">
              <a:spcBef>
                <a:spcPts val="520"/>
              </a:spcBef>
              <a:spcAft>
                <a:spcPts val="0"/>
              </a:spcAft>
              <a:buSzPts val="1430"/>
              <a:buNone/>
            </a:pPr>
            <a:r>
              <a:t/>
            </a:r>
            <a:endParaRPr/>
          </a:p>
          <a:p>
            <a:pPr indent="-342900" lvl="0" marL="342900" rtl="0" algn="l">
              <a:spcBef>
                <a:spcPts val="560"/>
              </a:spcBef>
              <a:spcAft>
                <a:spcPts val="0"/>
              </a:spcAft>
              <a:buSzPts val="1680"/>
              <a:buChar char="■"/>
            </a:pPr>
            <a:r>
              <a:rPr lang="en-US"/>
              <a:t>Each document in collection has unique ObjectID field called _id</a:t>
            </a:r>
            <a:endParaRPr/>
          </a:p>
        </p:txBody>
      </p:sp>
      <p:sp>
        <p:nvSpPr>
          <p:cNvPr id="1303" name="Google Shape;1303;p11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pic>
        <p:nvPicPr>
          <p:cNvPr id="1304" name="Google Shape;1304;p110"/>
          <p:cNvPicPr preferRelativeResize="0"/>
          <p:nvPr/>
        </p:nvPicPr>
        <p:blipFill rotWithShape="1">
          <a:blip r:embed="rId3">
            <a:alphaModFix/>
          </a:blip>
          <a:srcRect b="0" l="0" r="0" t="0"/>
          <a:stretch/>
        </p:blipFill>
        <p:spPr>
          <a:xfrm>
            <a:off x="2209800" y="4528029"/>
            <a:ext cx="7885176" cy="498122"/>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1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MongoDB Data Model (cont’d.)</a:t>
            </a:r>
            <a:endParaRPr/>
          </a:p>
        </p:txBody>
      </p:sp>
      <p:sp>
        <p:nvSpPr>
          <p:cNvPr id="1310" name="Google Shape;1310;p11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A collection does not have a schema</a:t>
            </a:r>
            <a:endParaRPr/>
          </a:p>
          <a:p>
            <a:pPr indent="-285750" lvl="1" marL="742950" rtl="0" algn="l">
              <a:spcBef>
                <a:spcPts val="520"/>
              </a:spcBef>
              <a:spcAft>
                <a:spcPts val="0"/>
              </a:spcAft>
              <a:buSzPts val="1430"/>
              <a:buChar char="■"/>
            </a:pPr>
            <a:r>
              <a:rPr lang="en-US"/>
              <a:t>Structure of the data fields in documents chosen based on how documents will be accessed</a:t>
            </a:r>
            <a:endParaRPr/>
          </a:p>
          <a:p>
            <a:pPr indent="-285750" lvl="1" marL="742950" rtl="0" algn="l">
              <a:spcBef>
                <a:spcPts val="520"/>
              </a:spcBef>
              <a:spcAft>
                <a:spcPts val="0"/>
              </a:spcAft>
              <a:buSzPts val="1430"/>
              <a:buChar char="■"/>
            </a:pPr>
            <a:r>
              <a:rPr lang="en-US"/>
              <a:t>User can choose normalized or denormalized design</a:t>
            </a:r>
            <a:endParaRPr/>
          </a:p>
          <a:p>
            <a:pPr indent="-342900" lvl="0" marL="342900" rtl="0" algn="l">
              <a:spcBef>
                <a:spcPts val="560"/>
              </a:spcBef>
              <a:spcAft>
                <a:spcPts val="0"/>
              </a:spcAft>
              <a:buSzPts val="1680"/>
              <a:buChar char="■"/>
            </a:pPr>
            <a:r>
              <a:rPr lang="en-US"/>
              <a:t>Document creation using insert operation</a:t>
            </a:r>
            <a:endParaRPr/>
          </a:p>
          <a:p>
            <a:pPr indent="-236220" lvl="0" marL="342900" rtl="0" algn="l">
              <a:spcBef>
                <a:spcPts val="560"/>
              </a:spcBef>
              <a:spcAft>
                <a:spcPts val="0"/>
              </a:spcAft>
              <a:buSzPts val="1680"/>
              <a:buNone/>
            </a:pPr>
            <a:r>
              <a:t/>
            </a:r>
            <a:endParaRPr/>
          </a:p>
          <a:p>
            <a:pPr indent="-342900" lvl="0" marL="342900" rtl="0" algn="l">
              <a:spcBef>
                <a:spcPts val="560"/>
              </a:spcBef>
              <a:spcAft>
                <a:spcPts val="0"/>
              </a:spcAft>
              <a:buSzPts val="1680"/>
              <a:buChar char="■"/>
            </a:pPr>
            <a:r>
              <a:rPr lang="en-US"/>
              <a:t>Document deletion using remove operation</a:t>
            </a:r>
            <a:endParaRPr/>
          </a:p>
          <a:p>
            <a:pPr indent="-236220" lvl="0" marL="342900" rtl="0" algn="l">
              <a:spcBef>
                <a:spcPts val="560"/>
              </a:spcBef>
              <a:spcAft>
                <a:spcPts val="0"/>
              </a:spcAft>
              <a:buSzPts val="1680"/>
              <a:buNone/>
            </a:pPr>
            <a:r>
              <a:t/>
            </a:r>
            <a:endParaRPr/>
          </a:p>
        </p:txBody>
      </p:sp>
      <p:sp>
        <p:nvSpPr>
          <p:cNvPr id="1311" name="Google Shape;1311;p11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pic>
        <p:nvPicPr>
          <p:cNvPr id="1312" name="Google Shape;1312;p111"/>
          <p:cNvPicPr preferRelativeResize="0"/>
          <p:nvPr/>
        </p:nvPicPr>
        <p:blipFill rotWithShape="1">
          <a:blip r:embed="rId3">
            <a:alphaModFix/>
          </a:blip>
          <a:srcRect b="0" l="0" r="0" t="0"/>
          <a:stretch/>
        </p:blipFill>
        <p:spPr>
          <a:xfrm>
            <a:off x="3429000" y="4495800"/>
            <a:ext cx="4705350" cy="400050"/>
          </a:xfrm>
          <a:prstGeom prst="rect">
            <a:avLst/>
          </a:prstGeom>
          <a:noFill/>
          <a:ln>
            <a:noFill/>
          </a:ln>
        </p:spPr>
      </p:pic>
      <p:pic>
        <p:nvPicPr>
          <p:cNvPr id="1313" name="Google Shape;1313;p111"/>
          <p:cNvPicPr preferRelativeResize="0"/>
          <p:nvPr/>
        </p:nvPicPr>
        <p:blipFill rotWithShape="1">
          <a:blip r:embed="rId4">
            <a:alphaModFix/>
          </a:blip>
          <a:srcRect b="0" l="0" r="0" t="0"/>
          <a:stretch/>
        </p:blipFill>
        <p:spPr>
          <a:xfrm>
            <a:off x="3465576" y="5476875"/>
            <a:ext cx="4419600" cy="3238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1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pic>
        <p:nvPicPr>
          <p:cNvPr id="1319" name="Google Shape;1319;p112"/>
          <p:cNvPicPr preferRelativeResize="0"/>
          <p:nvPr/>
        </p:nvPicPr>
        <p:blipFill rotWithShape="1">
          <a:blip r:embed="rId3">
            <a:alphaModFix/>
          </a:blip>
          <a:srcRect b="0" l="0" r="0" t="0"/>
          <a:stretch/>
        </p:blipFill>
        <p:spPr>
          <a:xfrm>
            <a:off x="5257800" y="337226"/>
            <a:ext cx="4350962" cy="6063574"/>
          </a:xfrm>
          <a:prstGeom prst="rect">
            <a:avLst/>
          </a:prstGeom>
          <a:noFill/>
          <a:ln>
            <a:noFill/>
          </a:ln>
        </p:spPr>
      </p:pic>
      <p:sp>
        <p:nvSpPr>
          <p:cNvPr id="1320" name="Google Shape;1320;p112"/>
          <p:cNvSpPr txBox="1"/>
          <p:nvPr/>
        </p:nvSpPr>
        <p:spPr>
          <a:xfrm>
            <a:off x="1676400" y="2796570"/>
            <a:ext cx="32004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24.1 (continues)</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Example of simple documents in MongoDB (a) Denormalized document design with embedded subdocuments (b) Embedded array of document references</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11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
        <p:nvSpPr>
          <p:cNvPr id="1326" name="Google Shape;1326;p113"/>
          <p:cNvSpPr txBox="1"/>
          <p:nvPr/>
        </p:nvSpPr>
        <p:spPr>
          <a:xfrm>
            <a:off x="1676400" y="2667001"/>
            <a:ext cx="2590800"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24.1 (cont’d.) Example of simple documents in MongoDB (c) Normalized documents (d) Inserting the documents in Figure 24.1(c) into their collections</a:t>
            </a:r>
            <a:endParaRPr/>
          </a:p>
        </p:txBody>
      </p:sp>
      <p:pic>
        <p:nvPicPr>
          <p:cNvPr id="1327" name="Google Shape;1327;p113"/>
          <p:cNvPicPr preferRelativeResize="0"/>
          <p:nvPr/>
        </p:nvPicPr>
        <p:blipFill rotWithShape="1">
          <a:blip r:embed="rId3">
            <a:alphaModFix/>
          </a:blip>
          <a:srcRect b="0" l="0" r="0" t="0"/>
          <a:stretch/>
        </p:blipFill>
        <p:spPr>
          <a:xfrm>
            <a:off x="4795338" y="1478280"/>
            <a:ext cx="5254724" cy="2514600"/>
          </a:xfrm>
          <a:prstGeom prst="rect">
            <a:avLst/>
          </a:prstGeom>
          <a:noFill/>
          <a:ln>
            <a:noFill/>
          </a:ln>
        </p:spPr>
      </p:pic>
      <p:pic>
        <p:nvPicPr>
          <p:cNvPr id="1328" name="Google Shape;1328;p113"/>
          <p:cNvPicPr preferRelativeResize="0"/>
          <p:nvPr/>
        </p:nvPicPr>
        <p:blipFill rotWithShape="1">
          <a:blip r:embed="rId4">
            <a:alphaModFix/>
          </a:blip>
          <a:srcRect b="0" l="0" r="0" t="0"/>
          <a:stretch/>
        </p:blipFill>
        <p:spPr>
          <a:xfrm>
            <a:off x="4804810" y="4002024"/>
            <a:ext cx="5558390" cy="205740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1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MongoDB Distributed Systems Characteristics</a:t>
            </a:r>
            <a:endParaRPr/>
          </a:p>
        </p:txBody>
      </p:sp>
      <p:sp>
        <p:nvSpPr>
          <p:cNvPr id="1334" name="Google Shape;1334;p11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Two-phase commit method</a:t>
            </a:r>
            <a:endParaRPr/>
          </a:p>
          <a:p>
            <a:pPr indent="-285750" lvl="1" marL="742950" rtl="0" algn="l">
              <a:spcBef>
                <a:spcPts val="520"/>
              </a:spcBef>
              <a:spcAft>
                <a:spcPts val="0"/>
              </a:spcAft>
              <a:buSzPts val="1430"/>
              <a:buChar char="■"/>
            </a:pPr>
            <a:r>
              <a:rPr lang="en-US"/>
              <a:t>Used to ensure atomicity and consistency of multidocument transactions</a:t>
            </a:r>
            <a:endParaRPr/>
          </a:p>
          <a:p>
            <a:pPr indent="-342900" lvl="0" marL="342900" rtl="0" algn="l">
              <a:spcBef>
                <a:spcPts val="560"/>
              </a:spcBef>
              <a:spcAft>
                <a:spcPts val="0"/>
              </a:spcAft>
              <a:buSzPts val="1680"/>
              <a:buChar char="■"/>
            </a:pPr>
            <a:r>
              <a:rPr lang="en-US"/>
              <a:t>Replication in MongoDB</a:t>
            </a:r>
            <a:endParaRPr/>
          </a:p>
          <a:p>
            <a:pPr indent="-285750" lvl="1" marL="742950" rtl="0" algn="l">
              <a:spcBef>
                <a:spcPts val="520"/>
              </a:spcBef>
              <a:spcAft>
                <a:spcPts val="0"/>
              </a:spcAft>
              <a:buSzPts val="1430"/>
              <a:buChar char="■"/>
            </a:pPr>
            <a:r>
              <a:rPr lang="en-US"/>
              <a:t>Concept of replica set to create multiple copies on different nodes</a:t>
            </a:r>
            <a:endParaRPr/>
          </a:p>
          <a:p>
            <a:pPr indent="-285750" lvl="1" marL="742950" rtl="0" algn="l">
              <a:spcBef>
                <a:spcPts val="520"/>
              </a:spcBef>
              <a:spcAft>
                <a:spcPts val="0"/>
              </a:spcAft>
              <a:buSzPts val="1430"/>
              <a:buChar char="■"/>
            </a:pPr>
            <a:r>
              <a:rPr lang="en-US"/>
              <a:t>Variation of master-slave approach</a:t>
            </a:r>
            <a:endParaRPr/>
          </a:p>
          <a:p>
            <a:pPr indent="-285750" lvl="1" marL="742950" rtl="0" algn="l">
              <a:spcBef>
                <a:spcPts val="520"/>
              </a:spcBef>
              <a:spcAft>
                <a:spcPts val="0"/>
              </a:spcAft>
              <a:buSzPts val="1430"/>
              <a:buChar char="■"/>
            </a:pPr>
            <a:r>
              <a:rPr lang="en-US"/>
              <a:t>Primary copy, secondary copy, and arbiter</a:t>
            </a:r>
            <a:endParaRPr/>
          </a:p>
          <a:p>
            <a:pPr indent="-228600" lvl="2" marL="1143000" rtl="0" algn="l">
              <a:spcBef>
                <a:spcPts val="480"/>
              </a:spcBef>
              <a:spcAft>
                <a:spcPts val="0"/>
              </a:spcAft>
              <a:buSzPts val="1200"/>
              <a:buChar char="■"/>
            </a:pPr>
            <a:r>
              <a:rPr lang="en-US"/>
              <a:t>Arbiter participates in elections to select new primary if needed</a:t>
            </a:r>
            <a:endParaRPr/>
          </a:p>
        </p:txBody>
      </p:sp>
      <p:sp>
        <p:nvSpPr>
          <p:cNvPr id="1335" name="Google Shape;1335;p11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1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MongoDB Distributed Systems Characteristics (cont’d.)</a:t>
            </a:r>
            <a:endParaRPr/>
          </a:p>
        </p:txBody>
      </p:sp>
      <p:sp>
        <p:nvSpPr>
          <p:cNvPr id="1341" name="Google Shape;1341;p11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Replication in MongoDB (cont’d.)</a:t>
            </a:r>
            <a:endParaRPr/>
          </a:p>
          <a:p>
            <a:pPr indent="-285750" lvl="1" marL="742950" rtl="0" algn="l">
              <a:spcBef>
                <a:spcPts val="520"/>
              </a:spcBef>
              <a:spcAft>
                <a:spcPts val="0"/>
              </a:spcAft>
              <a:buSzPts val="1430"/>
              <a:buChar char="■"/>
            </a:pPr>
            <a:r>
              <a:rPr lang="en-US"/>
              <a:t>All write operations applied to the primary copy and propagated to the secondaries</a:t>
            </a:r>
            <a:endParaRPr/>
          </a:p>
          <a:p>
            <a:pPr indent="-285750" lvl="1" marL="742950" rtl="0" algn="l">
              <a:spcBef>
                <a:spcPts val="520"/>
              </a:spcBef>
              <a:spcAft>
                <a:spcPts val="0"/>
              </a:spcAft>
              <a:buSzPts val="1430"/>
              <a:buChar char="■"/>
            </a:pPr>
            <a:r>
              <a:rPr lang="en-US"/>
              <a:t>User can choose read preference</a:t>
            </a:r>
            <a:endParaRPr/>
          </a:p>
          <a:p>
            <a:pPr indent="-228600" lvl="2" marL="1143000" rtl="0" algn="l">
              <a:spcBef>
                <a:spcPts val="480"/>
              </a:spcBef>
              <a:spcAft>
                <a:spcPts val="0"/>
              </a:spcAft>
              <a:buSzPts val="1200"/>
              <a:buChar char="■"/>
            </a:pPr>
            <a:r>
              <a:rPr lang="en-US"/>
              <a:t>Read requests can be processed at any replica</a:t>
            </a:r>
            <a:endParaRPr/>
          </a:p>
          <a:p>
            <a:pPr indent="-342900" lvl="0" marL="342900" rtl="0" algn="l">
              <a:spcBef>
                <a:spcPts val="560"/>
              </a:spcBef>
              <a:spcAft>
                <a:spcPts val="0"/>
              </a:spcAft>
              <a:buSzPts val="1680"/>
              <a:buChar char="■"/>
            </a:pPr>
            <a:r>
              <a:rPr lang="en-US"/>
              <a:t>Sharding in MongoDB</a:t>
            </a:r>
            <a:endParaRPr/>
          </a:p>
          <a:p>
            <a:pPr indent="-285750" lvl="1" marL="742950" rtl="0" algn="l">
              <a:spcBef>
                <a:spcPts val="520"/>
              </a:spcBef>
              <a:spcAft>
                <a:spcPts val="0"/>
              </a:spcAft>
              <a:buSzPts val="1430"/>
              <a:buChar char="■"/>
            </a:pPr>
            <a:r>
              <a:rPr lang="en-US"/>
              <a:t>Horizontal partitioning divides the documents into disjoint partitions (shards)</a:t>
            </a:r>
            <a:endParaRPr/>
          </a:p>
          <a:p>
            <a:pPr indent="-285750" lvl="1" marL="742950" rtl="0" algn="l">
              <a:spcBef>
                <a:spcPts val="520"/>
              </a:spcBef>
              <a:spcAft>
                <a:spcPts val="0"/>
              </a:spcAft>
              <a:buSzPts val="1430"/>
              <a:buChar char="■"/>
            </a:pPr>
            <a:r>
              <a:rPr lang="en-US"/>
              <a:t>Allows adding more nodes as needed </a:t>
            </a:r>
            <a:endParaRPr/>
          </a:p>
          <a:p>
            <a:pPr indent="-285750" lvl="1" marL="742950" rtl="0" algn="l">
              <a:spcBef>
                <a:spcPts val="520"/>
              </a:spcBef>
              <a:spcAft>
                <a:spcPts val="0"/>
              </a:spcAft>
              <a:buSzPts val="1430"/>
              <a:buChar char="■"/>
            </a:pPr>
            <a:r>
              <a:rPr lang="en-US"/>
              <a:t>Shards stored on different nodes to achieve load balancing</a:t>
            </a:r>
            <a:endParaRPr/>
          </a:p>
        </p:txBody>
      </p:sp>
      <p:sp>
        <p:nvSpPr>
          <p:cNvPr id="1342" name="Google Shape;1342;p11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11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MongoDB Distributed Systems Characteristics (cont’d.)</a:t>
            </a:r>
            <a:endParaRPr/>
          </a:p>
        </p:txBody>
      </p:sp>
      <p:sp>
        <p:nvSpPr>
          <p:cNvPr id="1348" name="Google Shape;1348;p11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Sharding in MongoDB (cont’d.)</a:t>
            </a:r>
            <a:endParaRPr/>
          </a:p>
          <a:p>
            <a:pPr indent="-285750" lvl="1" marL="742950" rtl="0" algn="l">
              <a:spcBef>
                <a:spcPts val="520"/>
              </a:spcBef>
              <a:spcAft>
                <a:spcPts val="0"/>
              </a:spcAft>
              <a:buSzPts val="1430"/>
              <a:buChar char="■"/>
            </a:pPr>
            <a:r>
              <a:rPr lang="en-US"/>
              <a:t>Partitioning field (shard key) must exist in every document in the collection</a:t>
            </a:r>
            <a:endParaRPr/>
          </a:p>
          <a:p>
            <a:pPr indent="-228600" lvl="2" marL="1143000" rtl="0" algn="l">
              <a:spcBef>
                <a:spcPts val="480"/>
              </a:spcBef>
              <a:spcAft>
                <a:spcPts val="0"/>
              </a:spcAft>
              <a:buSzPts val="1200"/>
              <a:buChar char="■"/>
            </a:pPr>
            <a:r>
              <a:rPr lang="en-US"/>
              <a:t>Must have an index</a:t>
            </a:r>
            <a:endParaRPr/>
          </a:p>
          <a:p>
            <a:pPr indent="-285750" lvl="1" marL="742950" rtl="0" algn="l">
              <a:spcBef>
                <a:spcPts val="520"/>
              </a:spcBef>
              <a:spcAft>
                <a:spcPts val="0"/>
              </a:spcAft>
              <a:buSzPts val="1430"/>
              <a:buChar char="■"/>
            </a:pPr>
            <a:r>
              <a:rPr lang="en-US"/>
              <a:t>Range partitioning</a:t>
            </a:r>
            <a:endParaRPr/>
          </a:p>
          <a:p>
            <a:pPr indent="-228600" lvl="2" marL="1143000" rtl="0" algn="l">
              <a:spcBef>
                <a:spcPts val="480"/>
              </a:spcBef>
              <a:spcAft>
                <a:spcPts val="0"/>
              </a:spcAft>
              <a:buSzPts val="1200"/>
              <a:buChar char="■"/>
            </a:pPr>
            <a:r>
              <a:rPr lang="en-US"/>
              <a:t>Creates chunks by specifying a range of key values</a:t>
            </a:r>
            <a:endParaRPr/>
          </a:p>
          <a:p>
            <a:pPr indent="-228600" lvl="2" marL="1143000" rtl="0" algn="l">
              <a:spcBef>
                <a:spcPts val="480"/>
              </a:spcBef>
              <a:spcAft>
                <a:spcPts val="0"/>
              </a:spcAft>
              <a:buSzPts val="1200"/>
              <a:buChar char="■"/>
            </a:pPr>
            <a:r>
              <a:rPr lang="en-US"/>
              <a:t>Works best with range queries</a:t>
            </a:r>
            <a:endParaRPr/>
          </a:p>
          <a:p>
            <a:pPr indent="-285750" lvl="1" marL="742950" rtl="0" algn="l">
              <a:spcBef>
                <a:spcPts val="520"/>
              </a:spcBef>
              <a:spcAft>
                <a:spcPts val="0"/>
              </a:spcAft>
              <a:buSzPts val="1430"/>
              <a:buChar char="■"/>
            </a:pPr>
            <a:r>
              <a:rPr lang="en-US"/>
              <a:t>Hash partitioning</a:t>
            </a:r>
            <a:endParaRPr/>
          </a:p>
          <a:p>
            <a:pPr indent="-228600" lvl="2" marL="1143000" rtl="0" algn="l">
              <a:spcBef>
                <a:spcPts val="480"/>
              </a:spcBef>
              <a:spcAft>
                <a:spcPts val="0"/>
              </a:spcAft>
              <a:buSzPts val="1200"/>
              <a:buChar char="■"/>
            </a:pPr>
            <a:r>
              <a:rPr lang="en-US"/>
              <a:t>Partitioning based on the hash values of each shard key</a:t>
            </a:r>
            <a:endParaRPr/>
          </a:p>
          <a:p>
            <a:pPr indent="-152400" lvl="2" marL="1143000" rtl="0" algn="l">
              <a:spcBef>
                <a:spcPts val="480"/>
              </a:spcBef>
              <a:spcAft>
                <a:spcPts val="0"/>
              </a:spcAft>
              <a:buSzPts val="1200"/>
              <a:buNone/>
            </a:pPr>
            <a:r>
              <a:t/>
            </a:r>
            <a:endParaRPr/>
          </a:p>
        </p:txBody>
      </p:sp>
      <p:sp>
        <p:nvSpPr>
          <p:cNvPr id="1349" name="Google Shape;1349;p11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1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24.4 NOSQL Key-Value Stores</a:t>
            </a:r>
            <a:endParaRPr/>
          </a:p>
        </p:txBody>
      </p:sp>
      <p:sp>
        <p:nvSpPr>
          <p:cNvPr id="1355" name="Google Shape;1355;p11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Key-value stores focus on high performance, availability, and scalability</a:t>
            </a:r>
            <a:endParaRPr/>
          </a:p>
          <a:p>
            <a:pPr indent="-285750" lvl="1" marL="742950" rtl="0" algn="l">
              <a:spcBef>
                <a:spcPts val="520"/>
              </a:spcBef>
              <a:spcAft>
                <a:spcPts val="0"/>
              </a:spcAft>
              <a:buSzPts val="1430"/>
              <a:buChar char="■"/>
            </a:pPr>
            <a:r>
              <a:rPr lang="en-US"/>
              <a:t>Can store structured, unstructured, or semi-structured data</a:t>
            </a:r>
            <a:endParaRPr/>
          </a:p>
          <a:p>
            <a:pPr indent="-342900" lvl="0" marL="342900" rtl="0" algn="l">
              <a:spcBef>
                <a:spcPts val="560"/>
              </a:spcBef>
              <a:spcAft>
                <a:spcPts val="0"/>
              </a:spcAft>
              <a:buSzPts val="1680"/>
              <a:buChar char="■"/>
            </a:pPr>
            <a:r>
              <a:rPr lang="en-US"/>
              <a:t>Key: unique identifier associated with a data item</a:t>
            </a:r>
            <a:endParaRPr/>
          </a:p>
          <a:p>
            <a:pPr indent="-285750" lvl="1" marL="742950" rtl="0" algn="l">
              <a:spcBef>
                <a:spcPts val="520"/>
              </a:spcBef>
              <a:spcAft>
                <a:spcPts val="0"/>
              </a:spcAft>
              <a:buSzPts val="1430"/>
              <a:buChar char="■"/>
            </a:pPr>
            <a:r>
              <a:rPr lang="en-US"/>
              <a:t>Used for fast retrieval</a:t>
            </a:r>
            <a:endParaRPr/>
          </a:p>
          <a:p>
            <a:pPr indent="-342900" lvl="0" marL="342900" rtl="0" algn="l">
              <a:spcBef>
                <a:spcPts val="560"/>
              </a:spcBef>
              <a:spcAft>
                <a:spcPts val="0"/>
              </a:spcAft>
              <a:buSzPts val="1680"/>
              <a:buChar char="■"/>
            </a:pPr>
            <a:r>
              <a:rPr lang="en-US"/>
              <a:t>Value: the data item itself</a:t>
            </a:r>
            <a:endParaRPr/>
          </a:p>
          <a:p>
            <a:pPr indent="-285750" lvl="1" marL="742950" rtl="0" algn="l">
              <a:spcBef>
                <a:spcPts val="520"/>
              </a:spcBef>
              <a:spcAft>
                <a:spcPts val="0"/>
              </a:spcAft>
              <a:buSzPts val="1430"/>
              <a:buChar char="■"/>
            </a:pPr>
            <a:r>
              <a:rPr lang="en-US"/>
              <a:t>Can be string or array of bytes</a:t>
            </a:r>
            <a:endParaRPr/>
          </a:p>
          <a:p>
            <a:pPr indent="-285750" lvl="1" marL="742950" rtl="0" algn="l">
              <a:spcBef>
                <a:spcPts val="520"/>
              </a:spcBef>
              <a:spcAft>
                <a:spcPts val="0"/>
              </a:spcAft>
              <a:buSzPts val="1430"/>
              <a:buChar char="■"/>
            </a:pPr>
            <a:r>
              <a:rPr lang="en-US"/>
              <a:t>Application interprets the structure</a:t>
            </a:r>
            <a:endParaRPr/>
          </a:p>
          <a:p>
            <a:pPr indent="-342900" lvl="0" marL="342900" rtl="0" algn="l">
              <a:spcBef>
                <a:spcPts val="560"/>
              </a:spcBef>
              <a:spcAft>
                <a:spcPts val="0"/>
              </a:spcAft>
              <a:buSzPts val="1680"/>
              <a:buChar char="■"/>
            </a:pPr>
            <a:r>
              <a:rPr lang="en-US"/>
              <a:t>No query language</a:t>
            </a:r>
            <a:endParaRPr/>
          </a:p>
        </p:txBody>
      </p:sp>
      <p:sp>
        <p:nvSpPr>
          <p:cNvPr id="1356" name="Google Shape;1356;p11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11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DynamoDB Overview</a:t>
            </a:r>
            <a:endParaRPr/>
          </a:p>
        </p:txBody>
      </p:sp>
      <p:sp>
        <p:nvSpPr>
          <p:cNvPr id="1362" name="Google Shape;1362;p11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DynamoDB part of Amazon’s Web Services/SDK platforms</a:t>
            </a:r>
            <a:endParaRPr/>
          </a:p>
          <a:p>
            <a:pPr indent="-285750" lvl="1" marL="742950" rtl="0" algn="l">
              <a:spcBef>
                <a:spcPts val="520"/>
              </a:spcBef>
              <a:spcAft>
                <a:spcPts val="0"/>
              </a:spcAft>
              <a:buSzPts val="1430"/>
              <a:buChar char="■"/>
            </a:pPr>
            <a:r>
              <a:rPr lang="en-US"/>
              <a:t>Proprietary</a:t>
            </a:r>
            <a:endParaRPr/>
          </a:p>
          <a:p>
            <a:pPr indent="-342900" lvl="0" marL="342900" rtl="0" algn="l">
              <a:spcBef>
                <a:spcPts val="560"/>
              </a:spcBef>
              <a:spcAft>
                <a:spcPts val="0"/>
              </a:spcAft>
              <a:buSzPts val="1680"/>
              <a:buChar char="■"/>
            </a:pPr>
            <a:r>
              <a:rPr lang="en-US"/>
              <a:t>Table holds a collection of self-describing items</a:t>
            </a:r>
            <a:endParaRPr/>
          </a:p>
          <a:p>
            <a:pPr indent="-342900" lvl="0" marL="342900" rtl="0" algn="l">
              <a:spcBef>
                <a:spcPts val="560"/>
              </a:spcBef>
              <a:spcAft>
                <a:spcPts val="0"/>
              </a:spcAft>
              <a:buSzPts val="1680"/>
              <a:buChar char="■"/>
            </a:pPr>
            <a:r>
              <a:rPr lang="en-US"/>
              <a:t>Item consists of attribute-value pairs</a:t>
            </a:r>
            <a:endParaRPr/>
          </a:p>
          <a:p>
            <a:pPr indent="-285750" lvl="1" marL="742950" rtl="0" algn="l">
              <a:spcBef>
                <a:spcPts val="520"/>
              </a:spcBef>
              <a:spcAft>
                <a:spcPts val="0"/>
              </a:spcAft>
              <a:buSzPts val="1430"/>
              <a:buChar char="■"/>
            </a:pPr>
            <a:r>
              <a:rPr lang="en-US"/>
              <a:t>Attribute values can be single or multi-valued</a:t>
            </a:r>
            <a:endParaRPr/>
          </a:p>
          <a:p>
            <a:pPr indent="-342900" lvl="0" marL="342900" rtl="0" algn="l">
              <a:spcBef>
                <a:spcPts val="560"/>
              </a:spcBef>
              <a:spcAft>
                <a:spcPts val="0"/>
              </a:spcAft>
              <a:buSzPts val="1680"/>
              <a:buChar char="■"/>
            </a:pPr>
            <a:r>
              <a:rPr lang="en-US"/>
              <a:t>Primary key used to locate items within a table</a:t>
            </a:r>
            <a:endParaRPr/>
          </a:p>
          <a:p>
            <a:pPr indent="-285750" lvl="1" marL="742950" rtl="0" algn="l">
              <a:spcBef>
                <a:spcPts val="520"/>
              </a:spcBef>
              <a:spcAft>
                <a:spcPts val="0"/>
              </a:spcAft>
              <a:buSzPts val="1430"/>
              <a:buChar char="■"/>
            </a:pPr>
            <a:r>
              <a:rPr lang="en-US"/>
              <a:t>Can be single attribute or pair of attributes</a:t>
            </a:r>
            <a:endParaRPr/>
          </a:p>
        </p:txBody>
      </p:sp>
      <p:sp>
        <p:nvSpPr>
          <p:cNvPr id="1363" name="Google Shape;1363;p11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11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Voldemort Key-Value Distributed Data Store</a:t>
            </a:r>
            <a:endParaRPr/>
          </a:p>
        </p:txBody>
      </p:sp>
      <p:sp>
        <p:nvSpPr>
          <p:cNvPr id="1369" name="Google Shape;1369;p11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Voldemort: open source key-value system similar to DynamoDB</a:t>
            </a:r>
            <a:endParaRPr/>
          </a:p>
          <a:p>
            <a:pPr indent="-342900" lvl="0" marL="342900" rtl="0" algn="l">
              <a:spcBef>
                <a:spcPts val="560"/>
              </a:spcBef>
              <a:spcAft>
                <a:spcPts val="0"/>
              </a:spcAft>
              <a:buSzPts val="1680"/>
              <a:buChar char="■"/>
            </a:pPr>
            <a:r>
              <a:rPr lang="en-US"/>
              <a:t>Voldemort features</a:t>
            </a:r>
            <a:endParaRPr/>
          </a:p>
          <a:p>
            <a:pPr indent="-285750" lvl="1" marL="742950" rtl="0" algn="l">
              <a:spcBef>
                <a:spcPts val="520"/>
              </a:spcBef>
              <a:spcAft>
                <a:spcPts val="0"/>
              </a:spcAft>
              <a:buSzPts val="1430"/>
              <a:buChar char="■"/>
            </a:pPr>
            <a:r>
              <a:rPr lang="en-US"/>
              <a:t>Simple basic operations (get, put, and delete)</a:t>
            </a:r>
            <a:endParaRPr/>
          </a:p>
          <a:p>
            <a:pPr indent="-285750" lvl="1" marL="742950" rtl="0" algn="l">
              <a:spcBef>
                <a:spcPts val="520"/>
              </a:spcBef>
              <a:spcAft>
                <a:spcPts val="0"/>
              </a:spcAft>
              <a:buSzPts val="1430"/>
              <a:buChar char="■"/>
            </a:pPr>
            <a:r>
              <a:rPr lang="en-US"/>
              <a:t>High-level formatted data values</a:t>
            </a:r>
            <a:endParaRPr/>
          </a:p>
          <a:p>
            <a:pPr indent="-285750" lvl="1" marL="742950" rtl="0" algn="l">
              <a:spcBef>
                <a:spcPts val="520"/>
              </a:spcBef>
              <a:spcAft>
                <a:spcPts val="0"/>
              </a:spcAft>
              <a:buSzPts val="1430"/>
              <a:buChar char="■"/>
            </a:pPr>
            <a:r>
              <a:rPr lang="en-US"/>
              <a:t>Consistent hashing for distributing (key, value) pairs</a:t>
            </a:r>
            <a:endParaRPr/>
          </a:p>
          <a:p>
            <a:pPr indent="-285750" lvl="1" marL="742950" rtl="0" algn="l">
              <a:spcBef>
                <a:spcPts val="520"/>
              </a:spcBef>
              <a:spcAft>
                <a:spcPts val="0"/>
              </a:spcAft>
              <a:buSzPts val="1430"/>
              <a:buChar char="■"/>
            </a:pPr>
            <a:r>
              <a:rPr lang="en-US"/>
              <a:t>Consistency and versioning</a:t>
            </a:r>
            <a:endParaRPr/>
          </a:p>
          <a:p>
            <a:pPr indent="-228600" lvl="2" marL="1143000" rtl="0" algn="l">
              <a:spcBef>
                <a:spcPts val="480"/>
              </a:spcBef>
              <a:spcAft>
                <a:spcPts val="0"/>
              </a:spcAft>
              <a:buSzPts val="1200"/>
              <a:buChar char="■"/>
            </a:pPr>
            <a:r>
              <a:rPr lang="en-US"/>
              <a:t>Concurrent writes allowed</a:t>
            </a:r>
            <a:endParaRPr/>
          </a:p>
          <a:p>
            <a:pPr indent="-228600" lvl="2" marL="1143000" rtl="0" algn="l">
              <a:spcBef>
                <a:spcPts val="480"/>
              </a:spcBef>
              <a:spcAft>
                <a:spcPts val="0"/>
              </a:spcAft>
              <a:buSzPts val="1200"/>
              <a:buChar char="■"/>
            </a:pPr>
            <a:r>
              <a:rPr lang="en-US"/>
              <a:t>Each write associated with a vector clock</a:t>
            </a:r>
            <a:endParaRPr/>
          </a:p>
        </p:txBody>
      </p:sp>
      <p:sp>
        <p:nvSpPr>
          <p:cNvPr id="1370" name="Google Shape;1370;p11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12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pic>
        <p:nvPicPr>
          <p:cNvPr id="1376" name="Google Shape;1376;p120"/>
          <p:cNvPicPr preferRelativeResize="0"/>
          <p:nvPr/>
        </p:nvPicPr>
        <p:blipFill rotWithShape="1">
          <a:blip r:embed="rId3">
            <a:alphaModFix/>
          </a:blip>
          <a:srcRect b="0" l="0" r="0" t="0"/>
          <a:stretch/>
        </p:blipFill>
        <p:spPr>
          <a:xfrm>
            <a:off x="5486401" y="207152"/>
            <a:ext cx="4086225" cy="6193649"/>
          </a:xfrm>
          <a:prstGeom prst="rect">
            <a:avLst/>
          </a:prstGeom>
          <a:noFill/>
          <a:ln>
            <a:noFill/>
          </a:ln>
        </p:spPr>
      </p:pic>
      <p:sp>
        <p:nvSpPr>
          <p:cNvPr id="1377" name="Google Shape;1377;p120"/>
          <p:cNvSpPr txBox="1"/>
          <p:nvPr/>
        </p:nvSpPr>
        <p:spPr>
          <a:xfrm>
            <a:off x="1676400" y="2286001"/>
            <a:ext cx="3578352"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24.2 Example of consistent hashing (a) Ring having three nodes A, B, and C, with C having greater capacity. The </a:t>
            </a:r>
            <a:r>
              <a:rPr i="1" lang="en-US" sz="1600">
                <a:solidFill>
                  <a:schemeClr val="dk1"/>
                </a:solidFill>
                <a:latin typeface="Arial"/>
                <a:ea typeface="Arial"/>
                <a:cs typeface="Arial"/>
                <a:sym typeface="Arial"/>
              </a:rPr>
              <a:t>h</a:t>
            </a:r>
            <a:r>
              <a:rPr lang="en-US" sz="1600">
                <a:solidFill>
                  <a:schemeClr val="dk1"/>
                </a:solidFill>
                <a:latin typeface="Arial"/>
                <a:ea typeface="Arial"/>
                <a:cs typeface="Arial"/>
                <a:sym typeface="Arial"/>
              </a:rPr>
              <a:t>(</a:t>
            </a:r>
            <a:r>
              <a:rPr i="1" lang="en-US" sz="1600">
                <a:solidFill>
                  <a:schemeClr val="dk1"/>
                </a:solidFill>
                <a:latin typeface="Arial"/>
                <a:ea typeface="Arial"/>
                <a:cs typeface="Arial"/>
                <a:sym typeface="Arial"/>
              </a:rPr>
              <a:t>K</a:t>
            </a:r>
            <a:r>
              <a:rPr lang="en-US" sz="1600">
                <a:solidFill>
                  <a:schemeClr val="dk1"/>
                </a:solidFill>
                <a:latin typeface="Arial"/>
                <a:ea typeface="Arial"/>
                <a:cs typeface="Arial"/>
                <a:sym typeface="Arial"/>
              </a:rPr>
              <a:t>) values that map to the circle points in </a:t>
            </a:r>
            <a:r>
              <a:rPr i="1" lang="en-US" sz="1600">
                <a:solidFill>
                  <a:schemeClr val="dk1"/>
                </a:solidFill>
                <a:latin typeface="Arial"/>
                <a:ea typeface="Arial"/>
                <a:cs typeface="Arial"/>
                <a:sym typeface="Arial"/>
              </a:rPr>
              <a:t>range 1 </a:t>
            </a:r>
            <a:r>
              <a:rPr lang="en-US" sz="1600">
                <a:solidFill>
                  <a:schemeClr val="dk1"/>
                </a:solidFill>
                <a:latin typeface="Arial"/>
                <a:ea typeface="Arial"/>
                <a:cs typeface="Arial"/>
                <a:sym typeface="Arial"/>
              </a:rPr>
              <a:t>have their (k, v) items stored in node A, </a:t>
            </a:r>
            <a:r>
              <a:rPr i="1" lang="en-US" sz="1600">
                <a:solidFill>
                  <a:schemeClr val="dk1"/>
                </a:solidFill>
                <a:latin typeface="Arial"/>
                <a:ea typeface="Arial"/>
                <a:cs typeface="Arial"/>
                <a:sym typeface="Arial"/>
              </a:rPr>
              <a:t>range 2 </a:t>
            </a:r>
            <a:r>
              <a:rPr lang="en-US" sz="1600">
                <a:solidFill>
                  <a:schemeClr val="dk1"/>
                </a:solidFill>
                <a:latin typeface="Arial"/>
                <a:ea typeface="Arial"/>
                <a:cs typeface="Arial"/>
                <a:sym typeface="Arial"/>
              </a:rPr>
              <a:t>in node B, </a:t>
            </a:r>
            <a:r>
              <a:rPr i="1" lang="en-US" sz="1600">
                <a:solidFill>
                  <a:schemeClr val="dk1"/>
                </a:solidFill>
                <a:latin typeface="Arial"/>
                <a:ea typeface="Arial"/>
                <a:cs typeface="Arial"/>
                <a:sym typeface="Arial"/>
              </a:rPr>
              <a:t>range 3 </a:t>
            </a:r>
            <a:r>
              <a:rPr lang="en-US" sz="1600">
                <a:solidFill>
                  <a:schemeClr val="dk1"/>
                </a:solidFill>
                <a:latin typeface="Arial"/>
                <a:ea typeface="Arial"/>
                <a:cs typeface="Arial"/>
                <a:sym typeface="Arial"/>
              </a:rPr>
              <a:t>in node C (b) Adding a node D to the ring. Items in </a:t>
            </a:r>
            <a:r>
              <a:rPr i="1" lang="en-US" sz="1600">
                <a:solidFill>
                  <a:schemeClr val="dk1"/>
                </a:solidFill>
                <a:latin typeface="Arial"/>
                <a:ea typeface="Arial"/>
                <a:cs typeface="Arial"/>
                <a:sym typeface="Arial"/>
              </a:rPr>
              <a:t>range 4 </a:t>
            </a:r>
            <a:r>
              <a:rPr lang="en-US" sz="1600">
                <a:solidFill>
                  <a:schemeClr val="dk1"/>
                </a:solidFill>
                <a:latin typeface="Arial"/>
                <a:ea typeface="Arial"/>
                <a:cs typeface="Arial"/>
                <a:sym typeface="Arial"/>
              </a:rPr>
              <a:t>are moved to the node D from node B (</a:t>
            </a:r>
            <a:r>
              <a:rPr i="1" lang="en-US" sz="1600">
                <a:solidFill>
                  <a:schemeClr val="dk1"/>
                </a:solidFill>
                <a:latin typeface="Arial"/>
                <a:ea typeface="Arial"/>
                <a:cs typeface="Arial"/>
                <a:sym typeface="Arial"/>
              </a:rPr>
              <a:t>range 2 </a:t>
            </a:r>
            <a:r>
              <a:rPr lang="en-US" sz="1600">
                <a:solidFill>
                  <a:schemeClr val="dk1"/>
                </a:solidFill>
                <a:latin typeface="Arial"/>
                <a:ea typeface="Arial"/>
                <a:cs typeface="Arial"/>
                <a:sym typeface="Arial"/>
              </a:rPr>
              <a:t>is reduced) and node C (</a:t>
            </a:r>
            <a:r>
              <a:rPr i="1" lang="en-US" sz="1600">
                <a:solidFill>
                  <a:schemeClr val="dk1"/>
                </a:solidFill>
                <a:latin typeface="Arial"/>
                <a:ea typeface="Arial"/>
                <a:cs typeface="Arial"/>
                <a:sym typeface="Arial"/>
              </a:rPr>
              <a:t>range 3 </a:t>
            </a:r>
            <a:r>
              <a:rPr lang="en-US" sz="1600">
                <a:solidFill>
                  <a:schemeClr val="dk1"/>
                </a:solidFill>
                <a:latin typeface="Arial"/>
                <a:ea typeface="Arial"/>
                <a:cs typeface="Arial"/>
                <a:sym typeface="Arial"/>
              </a:rPr>
              <a:t>is reduced)</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12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Examples of Other Key-Value Stores</a:t>
            </a:r>
            <a:endParaRPr/>
          </a:p>
        </p:txBody>
      </p:sp>
      <p:sp>
        <p:nvSpPr>
          <p:cNvPr id="1383" name="Google Shape;1383;p12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Oracle key-value store</a:t>
            </a:r>
            <a:endParaRPr/>
          </a:p>
          <a:p>
            <a:pPr indent="-285750" lvl="1" marL="742950" rtl="0" algn="l">
              <a:spcBef>
                <a:spcPts val="520"/>
              </a:spcBef>
              <a:spcAft>
                <a:spcPts val="0"/>
              </a:spcAft>
              <a:buSzPts val="1430"/>
              <a:buChar char="■"/>
            </a:pPr>
            <a:r>
              <a:rPr lang="en-US"/>
              <a:t>Oracle NOSQL Database</a:t>
            </a:r>
            <a:endParaRPr/>
          </a:p>
          <a:p>
            <a:pPr indent="-342900" lvl="0" marL="342900" rtl="0" algn="l">
              <a:spcBef>
                <a:spcPts val="560"/>
              </a:spcBef>
              <a:spcAft>
                <a:spcPts val="0"/>
              </a:spcAft>
              <a:buSzPts val="1680"/>
              <a:buChar char="■"/>
            </a:pPr>
            <a:r>
              <a:rPr lang="en-US"/>
              <a:t>Redis key-value cache and store</a:t>
            </a:r>
            <a:endParaRPr/>
          </a:p>
          <a:p>
            <a:pPr indent="-285750" lvl="1" marL="742950" rtl="0" algn="l">
              <a:spcBef>
                <a:spcPts val="520"/>
              </a:spcBef>
              <a:spcAft>
                <a:spcPts val="0"/>
              </a:spcAft>
              <a:buSzPts val="1430"/>
              <a:buChar char="■"/>
            </a:pPr>
            <a:r>
              <a:rPr lang="en-US"/>
              <a:t>Caches data in main memory to improve performance</a:t>
            </a:r>
            <a:endParaRPr/>
          </a:p>
          <a:p>
            <a:pPr indent="-285750" lvl="1" marL="742950" rtl="0" algn="l">
              <a:spcBef>
                <a:spcPts val="520"/>
              </a:spcBef>
              <a:spcAft>
                <a:spcPts val="0"/>
              </a:spcAft>
              <a:buSzPts val="1430"/>
              <a:buChar char="■"/>
            </a:pPr>
            <a:r>
              <a:rPr lang="en-US"/>
              <a:t>Offers master-slave replication and high availability</a:t>
            </a:r>
            <a:endParaRPr/>
          </a:p>
          <a:p>
            <a:pPr indent="-285750" lvl="1" marL="742950" rtl="0" algn="l">
              <a:spcBef>
                <a:spcPts val="520"/>
              </a:spcBef>
              <a:spcAft>
                <a:spcPts val="0"/>
              </a:spcAft>
              <a:buSzPts val="1430"/>
              <a:buChar char="■"/>
            </a:pPr>
            <a:r>
              <a:rPr lang="en-US"/>
              <a:t>Offers persistence by backing up cache to disk</a:t>
            </a:r>
            <a:endParaRPr/>
          </a:p>
          <a:p>
            <a:pPr indent="-342900" lvl="0" marL="342900" rtl="0" algn="l">
              <a:spcBef>
                <a:spcPts val="560"/>
              </a:spcBef>
              <a:spcAft>
                <a:spcPts val="0"/>
              </a:spcAft>
              <a:buSzPts val="1680"/>
              <a:buChar char="■"/>
            </a:pPr>
            <a:r>
              <a:rPr lang="en-US"/>
              <a:t>Apache Cassandra</a:t>
            </a:r>
            <a:endParaRPr/>
          </a:p>
          <a:p>
            <a:pPr indent="-285750" lvl="1" marL="742950" rtl="0" algn="l">
              <a:spcBef>
                <a:spcPts val="520"/>
              </a:spcBef>
              <a:spcAft>
                <a:spcPts val="0"/>
              </a:spcAft>
              <a:buSzPts val="1430"/>
              <a:buChar char="■"/>
            </a:pPr>
            <a:r>
              <a:rPr lang="en-US"/>
              <a:t>Offers features from several NOSQL categories</a:t>
            </a:r>
            <a:endParaRPr/>
          </a:p>
          <a:p>
            <a:pPr indent="-285750" lvl="1" marL="742950" rtl="0" algn="l">
              <a:spcBef>
                <a:spcPts val="520"/>
              </a:spcBef>
              <a:spcAft>
                <a:spcPts val="0"/>
              </a:spcAft>
              <a:buSzPts val="1430"/>
              <a:buChar char="■"/>
            </a:pPr>
            <a:r>
              <a:rPr lang="en-US"/>
              <a:t>Used by Facebook and others</a:t>
            </a:r>
            <a:endParaRPr/>
          </a:p>
        </p:txBody>
      </p:sp>
      <p:sp>
        <p:nvSpPr>
          <p:cNvPr id="1384" name="Google Shape;1384;p12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2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24.5 Column-Based or Wide Column</a:t>
            </a:r>
            <a:br>
              <a:rPr lang="en-US"/>
            </a:br>
            <a:r>
              <a:rPr lang="en-US"/>
              <a:t>NOSQL Systems</a:t>
            </a:r>
            <a:endParaRPr/>
          </a:p>
        </p:txBody>
      </p:sp>
      <p:sp>
        <p:nvSpPr>
          <p:cNvPr id="1390" name="Google Shape;1390;p122"/>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BigTable: Google’s distributed storage system for big data</a:t>
            </a:r>
            <a:endParaRPr/>
          </a:p>
          <a:p>
            <a:pPr indent="-285750" lvl="1" marL="742950" rtl="0" algn="l">
              <a:spcBef>
                <a:spcPts val="520"/>
              </a:spcBef>
              <a:spcAft>
                <a:spcPts val="0"/>
              </a:spcAft>
              <a:buSzPts val="1430"/>
              <a:buChar char="■"/>
            </a:pPr>
            <a:r>
              <a:rPr lang="en-US"/>
              <a:t>Used in Gmail</a:t>
            </a:r>
            <a:endParaRPr/>
          </a:p>
          <a:p>
            <a:pPr indent="-285750" lvl="1" marL="742950" rtl="0" algn="l">
              <a:spcBef>
                <a:spcPts val="520"/>
              </a:spcBef>
              <a:spcAft>
                <a:spcPts val="0"/>
              </a:spcAft>
              <a:buSzPts val="1430"/>
              <a:buChar char="■"/>
            </a:pPr>
            <a:r>
              <a:rPr lang="en-US"/>
              <a:t>Uses Google File System for data storage and distribution</a:t>
            </a:r>
            <a:endParaRPr/>
          </a:p>
          <a:p>
            <a:pPr indent="-342900" lvl="0" marL="342900" rtl="0" algn="l">
              <a:spcBef>
                <a:spcPts val="560"/>
              </a:spcBef>
              <a:spcAft>
                <a:spcPts val="0"/>
              </a:spcAft>
              <a:buSzPts val="1680"/>
              <a:buChar char="■"/>
            </a:pPr>
            <a:r>
              <a:rPr lang="en-US"/>
              <a:t>Apache Hbase a similar, open source system</a:t>
            </a:r>
            <a:endParaRPr/>
          </a:p>
          <a:p>
            <a:pPr indent="-285750" lvl="1" marL="742950" rtl="0" algn="l">
              <a:spcBef>
                <a:spcPts val="520"/>
              </a:spcBef>
              <a:spcAft>
                <a:spcPts val="0"/>
              </a:spcAft>
              <a:buSzPts val="1430"/>
              <a:buChar char="■"/>
            </a:pPr>
            <a:r>
              <a:rPr lang="en-US"/>
              <a:t>Uses Hadoop Distributed File System (HDFS) for data storage</a:t>
            </a:r>
            <a:endParaRPr/>
          </a:p>
          <a:p>
            <a:pPr indent="-285750" lvl="1" marL="742950" rtl="0" algn="l">
              <a:spcBef>
                <a:spcPts val="520"/>
              </a:spcBef>
              <a:spcAft>
                <a:spcPts val="0"/>
              </a:spcAft>
              <a:buSzPts val="1430"/>
              <a:buChar char="■"/>
            </a:pPr>
            <a:r>
              <a:rPr lang="en-US"/>
              <a:t>Can also use Amazon’s Simple Storage System (S3)</a:t>
            </a:r>
            <a:endParaRPr/>
          </a:p>
        </p:txBody>
      </p:sp>
      <p:sp>
        <p:nvSpPr>
          <p:cNvPr id="1391" name="Google Shape;1391;p12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2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Hbase Data Model and Versioning</a:t>
            </a:r>
            <a:endParaRPr/>
          </a:p>
        </p:txBody>
      </p:sp>
      <p:sp>
        <p:nvSpPr>
          <p:cNvPr id="1397" name="Google Shape;1397;p123"/>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Data organization concepts</a:t>
            </a:r>
            <a:endParaRPr/>
          </a:p>
          <a:p>
            <a:pPr indent="-285750" lvl="1" marL="742950" rtl="0" algn="l">
              <a:spcBef>
                <a:spcPts val="520"/>
              </a:spcBef>
              <a:spcAft>
                <a:spcPts val="0"/>
              </a:spcAft>
              <a:buSzPts val="1430"/>
              <a:buChar char="■"/>
            </a:pPr>
            <a:r>
              <a:rPr lang="en-US"/>
              <a:t>Namespaces</a:t>
            </a:r>
            <a:endParaRPr/>
          </a:p>
          <a:p>
            <a:pPr indent="-285750" lvl="1" marL="742950" rtl="0" algn="l">
              <a:spcBef>
                <a:spcPts val="520"/>
              </a:spcBef>
              <a:spcAft>
                <a:spcPts val="0"/>
              </a:spcAft>
              <a:buSzPts val="1430"/>
              <a:buChar char="■"/>
            </a:pPr>
            <a:r>
              <a:rPr lang="en-US"/>
              <a:t>Tables</a:t>
            </a:r>
            <a:endParaRPr/>
          </a:p>
          <a:p>
            <a:pPr indent="-285750" lvl="1" marL="742950" rtl="0" algn="l">
              <a:spcBef>
                <a:spcPts val="520"/>
              </a:spcBef>
              <a:spcAft>
                <a:spcPts val="0"/>
              </a:spcAft>
              <a:buSzPts val="1430"/>
              <a:buChar char="■"/>
            </a:pPr>
            <a:r>
              <a:rPr lang="en-US"/>
              <a:t>Column families</a:t>
            </a:r>
            <a:endParaRPr/>
          </a:p>
          <a:p>
            <a:pPr indent="-285750" lvl="1" marL="742950" rtl="0" algn="l">
              <a:spcBef>
                <a:spcPts val="520"/>
              </a:spcBef>
              <a:spcAft>
                <a:spcPts val="0"/>
              </a:spcAft>
              <a:buSzPts val="1430"/>
              <a:buChar char="■"/>
            </a:pPr>
            <a:r>
              <a:rPr lang="en-US"/>
              <a:t>Column qualifiers</a:t>
            </a:r>
            <a:endParaRPr/>
          </a:p>
          <a:p>
            <a:pPr indent="-285750" lvl="1" marL="742950" rtl="0" algn="l">
              <a:spcBef>
                <a:spcPts val="520"/>
              </a:spcBef>
              <a:spcAft>
                <a:spcPts val="0"/>
              </a:spcAft>
              <a:buSzPts val="1430"/>
              <a:buChar char="■"/>
            </a:pPr>
            <a:r>
              <a:rPr lang="en-US"/>
              <a:t>Columns</a:t>
            </a:r>
            <a:endParaRPr/>
          </a:p>
          <a:p>
            <a:pPr indent="-285750" lvl="1" marL="742950" rtl="0" algn="l">
              <a:spcBef>
                <a:spcPts val="520"/>
              </a:spcBef>
              <a:spcAft>
                <a:spcPts val="0"/>
              </a:spcAft>
              <a:buSzPts val="1430"/>
              <a:buChar char="■"/>
            </a:pPr>
            <a:r>
              <a:rPr lang="en-US"/>
              <a:t>Rows</a:t>
            </a:r>
            <a:endParaRPr/>
          </a:p>
          <a:p>
            <a:pPr indent="-285750" lvl="1" marL="742950" rtl="0" algn="l">
              <a:spcBef>
                <a:spcPts val="520"/>
              </a:spcBef>
              <a:spcAft>
                <a:spcPts val="0"/>
              </a:spcAft>
              <a:buSzPts val="1430"/>
              <a:buChar char="■"/>
            </a:pPr>
            <a:r>
              <a:rPr lang="en-US"/>
              <a:t>Data cells</a:t>
            </a:r>
            <a:endParaRPr/>
          </a:p>
          <a:p>
            <a:pPr indent="-342900" lvl="0" marL="342900" rtl="0" algn="l">
              <a:spcBef>
                <a:spcPts val="560"/>
              </a:spcBef>
              <a:spcAft>
                <a:spcPts val="0"/>
              </a:spcAft>
              <a:buSzPts val="1680"/>
              <a:buChar char="■"/>
            </a:pPr>
            <a:r>
              <a:rPr lang="en-US"/>
              <a:t>Data is self-describing</a:t>
            </a:r>
            <a:endParaRPr/>
          </a:p>
        </p:txBody>
      </p:sp>
      <p:sp>
        <p:nvSpPr>
          <p:cNvPr id="1398" name="Google Shape;1398;p12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2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Hbase Data Model and Versioning (cont’d.)</a:t>
            </a:r>
            <a:endParaRPr/>
          </a:p>
        </p:txBody>
      </p:sp>
      <p:sp>
        <p:nvSpPr>
          <p:cNvPr id="1404" name="Google Shape;1404;p12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HBase stores multiple versions of data items</a:t>
            </a:r>
            <a:endParaRPr/>
          </a:p>
          <a:p>
            <a:pPr indent="-285750" lvl="1" marL="742950" rtl="0" algn="l">
              <a:spcBef>
                <a:spcPts val="520"/>
              </a:spcBef>
              <a:spcAft>
                <a:spcPts val="0"/>
              </a:spcAft>
              <a:buSzPts val="1430"/>
              <a:buChar char="■"/>
            </a:pPr>
            <a:r>
              <a:rPr lang="en-US"/>
              <a:t>Timestamp associated with each version</a:t>
            </a:r>
            <a:endParaRPr/>
          </a:p>
          <a:p>
            <a:pPr indent="-342900" lvl="0" marL="342900" rtl="0" algn="l">
              <a:spcBef>
                <a:spcPts val="560"/>
              </a:spcBef>
              <a:spcAft>
                <a:spcPts val="0"/>
              </a:spcAft>
              <a:buSzPts val="1680"/>
              <a:buChar char="■"/>
            </a:pPr>
            <a:r>
              <a:rPr lang="en-US"/>
              <a:t>Each row in a table has a unique row key</a:t>
            </a:r>
            <a:endParaRPr/>
          </a:p>
          <a:p>
            <a:pPr indent="-342900" lvl="0" marL="342900" rtl="0" algn="l">
              <a:spcBef>
                <a:spcPts val="560"/>
              </a:spcBef>
              <a:spcAft>
                <a:spcPts val="0"/>
              </a:spcAft>
              <a:buSzPts val="1680"/>
              <a:buChar char="■"/>
            </a:pPr>
            <a:r>
              <a:rPr lang="en-US"/>
              <a:t>Table associated with one or more column families</a:t>
            </a:r>
            <a:endParaRPr/>
          </a:p>
          <a:p>
            <a:pPr indent="-342900" lvl="0" marL="342900" rtl="0" algn="l">
              <a:spcBef>
                <a:spcPts val="560"/>
              </a:spcBef>
              <a:spcAft>
                <a:spcPts val="0"/>
              </a:spcAft>
              <a:buSzPts val="1680"/>
              <a:buChar char="■"/>
            </a:pPr>
            <a:r>
              <a:rPr lang="en-US"/>
              <a:t>Column qualifiers can be dynamically specified as new table rows are created and inserted</a:t>
            </a:r>
            <a:endParaRPr/>
          </a:p>
          <a:p>
            <a:pPr indent="-342900" lvl="0" marL="342900" rtl="0" algn="l">
              <a:spcBef>
                <a:spcPts val="560"/>
              </a:spcBef>
              <a:spcAft>
                <a:spcPts val="0"/>
              </a:spcAft>
              <a:buSzPts val="1680"/>
              <a:buChar char="■"/>
            </a:pPr>
            <a:r>
              <a:rPr lang="en-US"/>
              <a:t>Namespace is collection of tables</a:t>
            </a:r>
            <a:endParaRPr/>
          </a:p>
          <a:p>
            <a:pPr indent="-342900" lvl="0" marL="342900" rtl="0" algn="l">
              <a:spcBef>
                <a:spcPts val="560"/>
              </a:spcBef>
              <a:spcAft>
                <a:spcPts val="0"/>
              </a:spcAft>
              <a:buSzPts val="1680"/>
              <a:buChar char="■"/>
            </a:pPr>
            <a:r>
              <a:rPr lang="en-US"/>
              <a:t>Cell holds a basic data item</a:t>
            </a:r>
            <a:endParaRPr/>
          </a:p>
        </p:txBody>
      </p:sp>
      <p:sp>
        <p:nvSpPr>
          <p:cNvPr id="1405" name="Google Shape;1405;p12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2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
        <p:nvSpPr>
          <p:cNvPr id="1411" name="Google Shape;1411;p125"/>
          <p:cNvSpPr txBox="1"/>
          <p:nvPr/>
        </p:nvSpPr>
        <p:spPr>
          <a:xfrm>
            <a:off x="1828800" y="5181601"/>
            <a:ext cx="8229600"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24.3 Examples in Hbase (a) Creating a table called EMPLOYEE with three column families: Name, Address, and Details (b) Inserting some in the EMPLOYEE table; different rows can have different self-describing column qualifiers (Fname, Lname, Nickname, Mname, Minit, Suffix, … for column family Name; Job, Review, Supervisor, Salary for column family Details). (c) Some CRUD operations of Hbase</a:t>
            </a:r>
            <a:endParaRPr/>
          </a:p>
        </p:txBody>
      </p:sp>
      <p:pic>
        <p:nvPicPr>
          <p:cNvPr id="1412" name="Google Shape;1412;p125"/>
          <p:cNvPicPr preferRelativeResize="0"/>
          <p:nvPr/>
        </p:nvPicPr>
        <p:blipFill rotWithShape="1">
          <a:blip r:embed="rId3">
            <a:alphaModFix/>
          </a:blip>
          <a:srcRect b="0" l="0" r="0" t="0"/>
          <a:stretch/>
        </p:blipFill>
        <p:spPr>
          <a:xfrm>
            <a:off x="3124200" y="217099"/>
            <a:ext cx="6019800" cy="481584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12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Hbase Crud Operations</a:t>
            </a:r>
            <a:endParaRPr/>
          </a:p>
        </p:txBody>
      </p:sp>
      <p:sp>
        <p:nvSpPr>
          <p:cNvPr id="1418" name="Google Shape;1418;p126"/>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Provides only low-level CRUD (create, read, update, delete) operations</a:t>
            </a:r>
            <a:endParaRPr/>
          </a:p>
          <a:p>
            <a:pPr indent="-342900" lvl="0" marL="342900" rtl="0" algn="l">
              <a:spcBef>
                <a:spcPts val="560"/>
              </a:spcBef>
              <a:spcAft>
                <a:spcPts val="0"/>
              </a:spcAft>
              <a:buSzPts val="1680"/>
              <a:buChar char="■"/>
            </a:pPr>
            <a:r>
              <a:rPr lang="en-US"/>
              <a:t>Application programs implement more complex operations</a:t>
            </a:r>
            <a:endParaRPr/>
          </a:p>
          <a:p>
            <a:pPr indent="-342900" lvl="0" marL="342900" rtl="0" algn="l">
              <a:spcBef>
                <a:spcPts val="560"/>
              </a:spcBef>
              <a:spcAft>
                <a:spcPts val="0"/>
              </a:spcAft>
              <a:buSzPts val="1680"/>
              <a:buChar char="■"/>
            </a:pPr>
            <a:r>
              <a:rPr lang="en-US"/>
              <a:t>Create</a:t>
            </a:r>
            <a:endParaRPr/>
          </a:p>
          <a:p>
            <a:pPr indent="-285750" lvl="1" marL="742950" rtl="0" algn="l">
              <a:spcBef>
                <a:spcPts val="520"/>
              </a:spcBef>
              <a:spcAft>
                <a:spcPts val="0"/>
              </a:spcAft>
              <a:buSzPts val="1430"/>
              <a:buChar char="■"/>
            </a:pPr>
            <a:r>
              <a:rPr lang="en-US"/>
              <a:t>Creates a new table and specifies one or more column families associated with the table</a:t>
            </a:r>
            <a:endParaRPr/>
          </a:p>
          <a:p>
            <a:pPr indent="-342900" lvl="0" marL="342900" rtl="0" algn="l">
              <a:spcBef>
                <a:spcPts val="560"/>
              </a:spcBef>
              <a:spcAft>
                <a:spcPts val="0"/>
              </a:spcAft>
              <a:buSzPts val="1680"/>
              <a:buChar char="■"/>
            </a:pPr>
            <a:r>
              <a:rPr lang="en-US"/>
              <a:t>Put</a:t>
            </a:r>
            <a:endParaRPr/>
          </a:p>
          <a:p>
            <a:pPr indent="-285750" lvl="1" marL="742950" rtl="0" algn="l">
              <a:spcBef>
                <a:spcPts val="520"/>
              </a:spcBef>
              <a:spcAft>
                <a:spcPts val="0"/>
              </a:spcAft>
              <a:buSzPts val="1430"/>
              <a:buChar char="■"/>
            </a:pPr>
            <a:r>
              <a:rPr lang="en-US"/>
              <a:t>Inserts new data or new versions of existing data items</a:t>
            </a:r>
            <a:endParaRPr/>
          </a:p>
        </p:txBody>
      </p:sp>
      <p:sp>
        <p:nvSpPr>
          <p:cNvPr id="1419" name="Google Shape;1419;p12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12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Hbase Crud Operations (cont’d.)</a:t>
            </a:r>
            <a:endParaRPr/>
          </a:p>
        </p:txBody>
      </p:sp>
      <p:sp>
        <p:nvSpPr>
          <p:cNvPr id="1425" name="Google Shape;1425;p127"/>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Get</a:t>
            </a:r>
            <a:endParaRPr/>
          </a:p>
          <a:p>
            <a:pPr indent="-285750" lvl="1" marL="742950" rtl="0" algn="l">
              <a:spcBef>
                <a:spcPts val="520"/>
              </a:spcBef>
              <a:spcAft>
                <a:spcPts val="0"/>
              </a:spcAft>
              <a:buSzPts val="1430"/>
              <a:buChar char="■"/>
            </a:pPr>
            <a:r>
              <a:rPr lang="en-US"/>
              <a:t>Retrieves data associated with a single row</a:t>
            </a:r>
            <a:endParaRPr/>
          </a:p>
          <a:p>
            <a:pPr indent="-342900" lvl="0" marL="342900" rtl="0" algn="l">
              <a:spcBef>
                <a:spcPts val="560"/>
              </a:spcBef>
              <a:spcAft>
                <a:spcPts val="0"/>
              </a:spcAft>
              <a:buSzPts val="1680"/>
              <a:buChar char="■"/>
            </a:pPr>
            <a:r>
              <a:rPr lang="en-US"/>
              <a:t>Scan</a:t>
            </a:r>
            <a:endParaRPr/>
          </a:p>
          <a:p>
            <a:pPr indent="-285750" lvl="1" marL="742950" rtl="0" algn="l">
              <a:spcBef>
                <a:spcPts val="520"/>
              </a:spcBef>
              <a:spcAft>
                <a:spcPts val="0"/>
              </a:spcAft>
              <a:buSzPts val="1430"/>
              <a:buChar char="■"/>
            </a:pPr>
            <a:r>
              <a:rPr lang="en-US"/>
              <a:t>Retrieves all the rows</a:t>
            </a:r>
            <a:endParaRPr/>
          </a:p>
          <a:p>
            <a:pPr indent="-236220" lvl="0" marL="342900" rtl="0" algn="l">
              <a:spcBef>
                <a:spcPts val="560"/>
              </a:spcBef>
              <a:spcAft>
                <a:spcPts val="0"/>
              </a:spcAft>
              <a:buSzPts val="1680"/>
              <a:buNone/>
            </a:pPr>
            <a:r>
              <a:t/>
            </a:r>
            <a:endParaRPr/>
          </a:p>
        </p:txBody>
      </p:sp>
      <p:sp>
        <p:nvSpPr>
          <p:cNvPr id="1426" name="Google Shape;1426;p12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12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Hbase Storage and Distributed System Concepts </a:t>
            </a:r>
            <a:endParaRPr/>
          </a:p>
        </p:txBody>
      </p:sp>
      <p:sp>
        <p:nvSpPr>
          <p:cNvPr id="1432" name="Google Shape;1432;p12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Each Hbase table divided into several regions</a:t>
            </a:r>
            <a:endParaRPr/>
          </a:p>
          <a:p>
            <a:pPr indent="-285750" lvl="1" marL="742950" rtl="0" algn="l">
              <a:spcBef>
                <a:spcPts val="520"/>
              </a:spcBef>
              <a:spcAft>
                <a:spcPts val="0"/>
              </a:spcAft>
              <a:buSzPts val="1430"/>
              <a:buChar char="■"/>
            </a:pPr>
            <a:r>
              <a:rPr lang="en-US"/>
              <a:t>Each region holds a range</a:t>
            </a:r>
            <a:r>
              <a:rPr i="1" lang="en-US"/>
              <a:t> </a:t>
            </a:r>
            <a:r>
              <a:rPr lang="en-US"/>
              <a:t>of the row keys in the table</a:t>
            </a:r>
            <a:endParaRPr/>
          </a:p>
          <a:p>
            <a:pPr indent="-285750" lvl="1" marL="742950" rtl="0" algn="l">
              <a:spcBef>
                <a:spcPts val="520"/>
              </a:spcBef>
              <a:spcAft>
                <a:spcPts val="0"/>
              </a:spcAft>
              <a:buSzPts val="1430"/>
              <a:buChar char="■"/>
            </a:pPr>
            <a:r>
              <a:rPr lang="en-US"/>
              <a:t>Row keys must be lexicographically ordered</a:t>
            </a:r>
            <a:endParaRPr/>
          </a:p>
          <a:p>
            <a:pPr indent="-285750" lvl="1" marL="742950" rtl="0" algn="l">
              <a:spcBef>
                <a:spcPts val="520"/>
              </a:spcBef>
              <a:spcAft>
                <a:spcPts val="0"/>
              </a:spcAft>
              <a:buSzPts val="1430"/>
              <a:buChar char="■"/>
            </a:pPr>
            <a:r>
              <a:rPr lang="en-US"/>
              <a:t>Each region has several stores</a:t>
            </a:r>
            <a:endParaRPr/>
          </a:p>
          <a:p>
            <a:pPr indent="-228600" lvl="2" marL="1143000" rtl="0" algn="l">
              <a:spcBef>
                <a:spcPts val="480"/>
              </a:spcBef>
              <a:spcAft>
                <a:spcPts val="0"/>
              </a:spcAft>
              <a:buSzPts val="1200"/>
              <a:buChar char="■"/>
            </a:pPr>
            <a:r>
              <a:rPr lang="en-US"/>
              <a:t>Column families are assigned to stores</a:t>
            </a:r>
            <a:endParaRPr/>
          </a:p>
          <a:p>
            <a:pPr indent="-342900" lvl="0" marL="342900" rtl="0" algn="l">
              <a:spcBef>
                <a:spcPts val="560"/>
              </a:spcBef>
              <a:spcAft>
                <a:spcPts val="0"/>
              </a:spcAft>
              <a:buSzPts val="1680"/>
              <a:buChar char="■"/>
            </a:pPr>
            <a:r>
              <a:rPr lang="en-US"/>
              <a:t>Regions assigned to region servers for storage</a:t>
            </a:r>
            <a:endParaRPr/>
          </a:p>
          <a:p>
            <a:pPr indent="-285750" lvl="1" marL="742950" rtl="0" algn="l">
              <a:spcBef>
                <a:spcPts val="520"/>
              </a:spcBef>
              <a:spcAft>
                <a:spcPts val="0"/>
              </a:spcAft>
              <a:buSzPts val="1430"/>
              <a:buChar char="■"/>
            </a:pPr>
            <a:r>
              <a:rPr lang="en-US"/>
              <a:t>Master server responsible for monitoring the region servers</a:t>
            </a:r>
            <a:endParaRPr/>
          </a:p>
          <a:p>
            <a:pPr indent="-342900" lvl="0" marL="342900" rtl="0" algn="l">
              <a:spcBef>
                <a:spcPts val="560"/>
              </a:spcBef>
              <a:spcAft>
                <a:spcPts val="0"/>
              </a:spcAft>
              <a:buSzPts val="1680"/>
              <a:buChar char="■"/>
            </a:pPr>
            <a:r>
              <a:rPr lang="en-US"/>
              <a:t>Hbase uses Apache Zookeeper and HDFS</a:t>
            </a:r>
            <a:endParaRPr/>
          </a:p>
        </p:txBody>
      </p:sp>
      <p:sp>
        <p:nvSpPr>
          <p:cNvPr id="1433" name="Google Shape;1433;p12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12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24.6 NOSQL Graph Databases and Neo4j</a:t>
            </a:r>
            <a:endParaRPr/>
          </a:p>
        </p:txBody>
      </p:sp>
      <p:sp>
        <p:nvSpPr>
          <p:cNvPr id="1439" name="Google Shape;1439;p12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Graph databases</a:t>
            </a:r>
            <a:endParaRPr/>
          </a:p>
          <a:p>
            <a:pPr indent="-285750" lvl="1" marL="742950" rtl="0" algn="l">
              <a:spcBef>
                <a:spcPts val="520"/>
              </a:spcBef>
              <a:spcAft>
                <a:spcPts val="0"/>
              </a:spcAft>
              <a:buSzPts val="1430"/>
              <a:buChar char="■"/>
            </a:pPr>
            <a:r>
              <a:rPr lang="en-US"/>
              <a:t>Data represented as a graph</a:t>
            </a:r>
            <a:endParaRPr/>
          </a:p>
          <a:p>
            <a:pPr indent="-285750" lvl="1" marL="742950" rtl="0" algn="l">
              <a:spcBef>
                <a:spcPts val="520"/>
              </a:spcBef>
              <a:spcAft>
                <a:spcPts val="0"/>
              </a:spcAft>
              <a:buSzPts val="1430"/>
              <a:buChar char="■"/>
            </a:pPr>
            <a:r>
              <a:rPr lang="en-US"/>
              <a:t>Collection of vertices (nodes) and edges</a:t>
            </a:r>
            <a:endParaRPr/>
          </a:p>
          <a:p>
            <a:pPr indent="-285750" lvl="1" marL="742950" rtl="0" algn="l">
              <a:spcBef>
                <a:spcPts val="520"/>
              </a:spcBef>
              <a:spcAft>
                <a:spcPts val="0"/>
              </a:spcAft>
              <a:buSzPts val="1430"/>
              <a:buChar char="■"/>
            </a:pPr>
            <a:r>
              <a:rPr lang="en-US"/>
              <a:t>Possible to store data associated with both individual nodes and individual edges</a:t>
            </a:r>
            <a:endParaRPr/>
          </a:p>
          <a:p>
            <a:pPr indent="-342900" lvl="0" marL="342900" rtl="0" algn="l">
              <a:spcBef>
                <a:spcPts val="560"/>
              </a:spcBef>
              <a:spcAft>
                <a:spcPts val="0"/>
              </a:spcAft>
              <a:buSzPts val="1680"/>
              <a:buChar char="■"/>
            </a:pPr>
            <a:r>
              <a:rPr lang="en-US"/>
              <a:t>Neo4j</a:t>
            </a:r>
            <a:endParaRPr/>
          </a:p>
          <a:p>
            <a:pPr indent="-285750" lvl="1" marL="742950" rtl="0" algn="l">
              <a:spcBef>
                <a:spcPts val="520"/>
              </a:spcBef>
              <a:spcAft>
                <a:spcPts val="0"/>
              </a:spcAft>
              <a:buSzPts val="1430"/>
              <a:buChar char="■"/>
            </a:pPr>
            <a:r>
              <a:rPr lang="en-US"/>
              <a:t>Open source system</a:t>
            </a:r>
            <a:endParaRPr/>
          </a:p>
          <a:p>
            <a:pPr indent="-285750" lvl="1" marL="742950" rtl="0" algn="l">
              <a:spcBef>
                <a:spcPts val="520"/>
              </a:spcBef>
              <a:spcAft>
                <a:spcPts val="0"/>
              </a:spcAft>
              <a:buSzPts val="1430"/>
              <a:buChar char="■"/>
            </a:pPr>
            <a:r>
              <a:rPr lang="en-US"/>
              <a:t>Uses concepts of nodes and relationships</a:t>
            </a:r>
            <a:endParaRPr/>
          </a:p>
        </p:txBody>
      </p:sp>
      <p:sp>
        <p:nvSpPr>
          <p:cNvPr id="1440" name="Google Shape;1440;p12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130"/>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Neo4j (cont’d.)</a:t>
            </a:r>
            <a:endParaRPr/>
          </a:p>
        </p:txBody>
      </p:sp>
      <p:sp>
        <p:nvSpPr>
          <p:cNvPr id="1446" name="Google Shape;1446;p130"/>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Nodes can have labels</a:t>
            </a:r>
            <a:endParaRPr/>
          </a:p>
          <a:p>
            <a:pPr indent="-285750" lvl="1" marL="742950" rtl="0" algn="l">
              <a:spcBef>
                <a:spcPts val="520"/>
              </a:spcBef>
              <a:spcAft>
                <a:spcPts val="0"/>
              </a:spcAft>
              <a:buSzPts val="1430"/>
              <a:buChar char="■"/>
            </a:pPr>
            <a:r>
              <a:rPr lang="en-US"/>
              <a:t>Zero, one, or several</a:t>
            </a:r>
            <a:endParaRPr/>
          </a:p>
          <a:p>
            <a:pPr indent="-342900" lvl="0" marL="342900" rtl="0" algn="l">
              <a:spcBef>
                <a:spcPts val="560"/>
              </a:spcBef>
              <a:spcAft>
                <a:spcPts val="0"/>
              </a:spcAft>
              <a:buSzPts val="1680"/>
              <a:buChar char="■"/>
            </a:pPr>
            <a:r>
              <a:rPr lang="en-US"/>
              <a:t>Both nodes and relationships can have properties</a:t>
            </a:r>
            <a:endParaRPr/>
          </a:p>
          <a:p>
            <a:pPr indent="-342900" lvl="0" marL="342900" rtl="0" algn="l">
              <a:spcBef>
                <a:spcPts val="560"/>
              </a:spcBef>
              <a:spcAft>
                <a:spcPts val="0"/>
              </a:spcAft>
              <a:buSzPts val="1680"/>
              <a:buChar char="■"/>
            </a:pPr>
            <a:r>
              <a:rPr lang="en-US"/>
              <a:t>Each relationship has a start node, end node, and a relationship type</a:t>
            </a:r>
            <a:endParaRPr/>
          </a:p>
          <a:p>
            <a:pPr indent="-342900" lvl="0" marL="342900" rtl="0" algn="l">
              <a:spcBef>
                <a:spcPts val="560"/>
              </a:spcBef>
              <a:spcAft>
                <a:spcPts val="0"/>
              </a:spcAft>
              <a:buSzPts val="1680"/>
              <a:buChar char="■"/>
            </a:pPr>
            <a:r>
              <a:rPr lang="en-US"/>
              <a:t>Properties specified using a map pattern</a:t>
            </a:r>
            <a:endParaRPr/>
          </a:p>
          <a:p>
            <a:pPr indent="-342900" lvl="0" marL="342900" rtl="0" algn="l">
              <a:spcBef>
                <a:spcPts val="560"/>
              </a:spcBef>
              <a:spcAft>
                <a:spcPts val="0"/>
              </a:spcAft>
              <a:buSzPts val="1680"/>
              <a:buChar char="■"/>
            </a:pPr>
            <a:r>
              <a:rPr lang="en-US"/>
              <a:t>Somewhat similar to ER/EER concepts</a:t>
            </a:r>
            <a:endParaRPr/>
          </a:p>
        </p:txBody>
      </p:sp>
      <p:sp>
        <p:nvSpPr>
          <p:cNvPr id="1447" name="Google Shape;1447;p130"/>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131"/>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Neo4j (cont’d.)</a:t>
            </a:r>
            <a:endParaRPr/>
          </a:p>
        </p:txBody>
      </p:sp>
      <p:sp>
        <p:nvSpPr>
          <p:cNvPr id="1453" name="Google Shape;1453;p131"/>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Creating nodes in Neo4j</a:t>
            </a:r>
            <a:endParaRPr/>
          </a:p>
          <a:p>
            <a:pPr indent="-285750" lvl="1" marL="742950" rtl="0" algn="l">
              <a:spcBef>
                <a:spcPts val="520"/>
              </a:spcBef>
              <a:spcAft>
                <a:spcPts val="0"/>
              </a:spcAft>
              <a:buSzPts val="1430"/>
              <a:buChar char="■"/>
            </a:pPr>
            <a:r>
              <a:rPr lang="en-US"/>
              <a:t>CREATE command</a:t>
            </a:r>
            <a:endParaRPr/>
          </a:p>
          <a:p>
            <a:pPr indent="-285750" lvl="1" marL="742950" rtl="0" algn="l">
              <a:spcBef>
                <a:spcPts val="520"/>
              </a:spcBef>
              <a:spcAft>
                <a:spcPts val="0"/>
              </a:spcAft>
              <a:buSzPts val="1430"/>
              <a:buChar char="■"/>
            </a:pPr>
            <a:r>
              <a:rPr lang="en-US"/>
              <a:t>Part of high-level declarative query language Cypher</a:t>
            </a:r>
            <a:endParaRPr/>
          </a:p>
          <a:p>
            <a:pPr indent="-285750" lvl="1" marL="742950" rtl="0" algn="l">
              <a:spcBef>
                <a:spcPts val="520"/>
              </a:spcBef>
              <a:spcAft>
                <a:spcPts val="0"/>
              </a:spcAft>
              <a:buSzPts val="1430"/>
              <a:buChar char="■"/>
            </a:pPr>
            <a:r>
              <a:rPr lang="en-US"/>
              <a:t>Node label can be specified when node is created</a:t>
            </a:r>
            <a:endParaRPr/>
          </a:p>
          <a:p>
            <a:pPr indent="-285750" lvl="1" marL="742950" rtl="0" algn="l">
              <a:spcBef>
                <a:spcPts val="520"/>
              </a:spcBef>
              <a:spcAft>
                <a:spcPts val="0"/>
              </a:spcAft>
              <a:buSzPts val="1430"/>
              <a:buChar char="■"/>
            </a:pPr>
            <a:r>
              <a:rPr lang="en-US"/>
              <a:t>Properties are enclosed in curly brackets</a:t>
            </a:r>
            <a:endParaRPr/>
          </a:p>
        </p:txBody>
      </p:sp>
      <p:sp>
        <p:nvSpPr>
          <p:cNvPr id="1454" name="Google Shape;1454;p131"/>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32"/>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Neo4j (cont’d.)</a:t>
            </a:r>
            <a:endParaRPr/>
          </a:p>
        </p:txBody>
      </p:sp>
      <p:sp>
        <p:nvSpPr>
          <p:cNvPr id="1460" name="Google Shape;1460;p132"/>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pic>
        <p:nvPicPr>
          <p:cNvPr id="1461" name="Google Shape;1461;p132"/>
          <p:cNvPicPr preferRelativeResize="0"/>
          <p:nvPr/>
        </p:nvPicPr>
        <p:blipFill rotWithShape="1">
          <a:blip r:embed="rId3">
            <a:alphaModFix/>
          </a:blip>
          <a:srcRect b="0" l="0" r="0" t="0"/>
          <a:stretch/>
        </p:blipFill>
        <p:spPr>
          <a:xfrm>
            <a:off x="3006852" y="1693616"/>
            <a:ext cx="6400800" cy="4152900"/>
          </a:xfrm>
          <a:prstGeom prst="rect">
            <a:avLst/>
          </a:prstGeom>
          <a:noFill/>
          <a:ln>
            <a:noFill/>
          </a:ln>
        </p:spPr>
      </p:pic>
      <p:sp>
        <p:nvSpPr>
          <p:cNvPr id="1462" name="Google Shape;1462;p132"/>
          <p:cNvSpPr txBox="1"/>
          <p:nvPr/>
        </p:nvSpPr>
        <p:spPr>
          <a:xfrm>
            <a:off x="2057401" y="5960477"/>
            <a:ext cx="786785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24.4 Examples in Neo4j using the Cypher language (a) Creating some nodes</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133"/>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Neo4j (cont’d.)</a:t>
            </a:r>
            <a:endParaRPr/>
          </a:p>
        </p:txBody>
      </p:sp>
      <p:sp>
        <p:nvSpPr>
          <p:cNvPr id="1468" name="Google Shape;1468;p133"/>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
        <p:nvSpPr>
          <p:cNvPr id="1469" name="Google Shape;1469;p133"/>
          <p:cNvSpPr txBox="1"/>
          <p:nvPr/>
        </p:nvSpPr>
        <p:spPr>
          <a:xfrm>
            <a:off x="3033714" y="5816026"/>
            <a:ext cx="637698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24.4 (cont’d.) Examples in Neo4j using the Cypher language (b) Creating some relationships</a:t>
            </a:r>
            <a:endParaRPr/>
          </a:p>
        </p:txBody>
      </p:sp>
      <p:pic>
        <p:nvPicPr>
          <p:cNvPr id="1470" name="Google Shape;1470;p133"/>
          <p:cNvPicPr preferRelativeResize="0"/>
          <p:nvPr/>
        </p:nvPicPr>
        <p:blipFill rotWithShape="1">
          <a:blip r:embed="rId3">
            <a:alphaModFix/>
          </a:blip>
          <a:srcRect b="0" l="0" r="0" t="0"/>
          <a:stretch/>
        </p:blipFill>
        <p:spPr>
          <a:xfrm>
            <a:off x="3440906" y="1632645"/>
            <a:ext cx="5562600" cy="415290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134"/>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Neo4j (cont’d.)</a:t>
            </a:r>
            <a:endParaRPr/>
          </a:p>
        </p:txBody>
      </p:sp>
      <p:sp>
        <p:nvSpPr>
          <p:cNvPr id="1476" name="Google Shape;1476;p134"/>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Path</a:t>
            </a:r>
            <a:endParaRPr/>
          </a:p>
          <a:p>
            <a:pPr indent="-285750" lvl="1" marL="742950" rtl="0" algn="l">
              <a:spcBef>
                <a:spcPts val="520"/>
              </a:spcBef>
              <a:spcAft>
                <a:spcPts val="0"/>
              </a:spcAft>
              <a:buSzPts val="1430"/>
              <a:buChar char="■"/>
            </a:pPr>
            <a:r>
              <a:rPr lang="en-US"/>
              <a:t>Traversal of part of the graph</a:t>
            </a:r>
            <a:endParaRPr/>
          </a:p>
          <a:p>
            <a:pPr indent="-285750" lvl="1" marL="742950" rtl="0" algn="l">
              <a:spcBef>
                <a:spcPts val="520"/>
              </a:spcBef>
              <a:spcAft>
                <a:spcPts val="0"/>
              </a:spcAft>
              <a:buSzPts val="1430"/>
              <a:buChar char="■"/>
            </a:pPr>
            <a:r>
              <a:rPr lang="en-US"/>
              <a:t>Typically used as part of a query to specify a pattern</a:t>
            </a:r>
            <a:endParaRPr/>
          </a:p>
          <a:p>
            <a:pPr indent="-342900" lvl="0" marL="342900" rtl="0" algn="l">
              <a:spcBef>
                <a:spcPts val="560"/>
              </a:spcBef>
              <a:spcAft>
                <a:spcPts val="0"/>
              </a:spcAft>
              <a:buSzPts val="1680"/>
              <a:buChar char="■"/>
            </a:pPr>
            <a:r>
              <a:rPr lang="en-US"/>
              <a:t>Schema optional in Neo4j</a:t>
            </a:r>
            <a:endParaRPr/>
          </a:p>
          <a:p>
            <a:pPr indent="-342900" lvl="0" marL="342900" rtl="0" algn="l">
              <a:spcBef>
                <a:spcPts val="560"/>
              </a:spcBef>
              <a:spcAft>
                <a:spcPts val="0"/>
              </a:spcAft>
              <a:buSzPts val="1680"/>
              <a:buChar char="■"/>
            </a:pPr>
            <a:r>
              <a:rPr lang="en-US"/>
              <a:t>Indexing and node identifiers</a:t>
            </a:r>
            <a:endParaRPr/>
          </a:p>
          <a:p>
            <a:pPr indent="-285750" lvl="1" marL="742950" rtl="0" algn="l">
              <a:spcBef>
                <a:spcPts val="520"/>
              </a:spcBef>
              <a:spcAft>
                <a:spcPts val="0"/>
              </a:spcAft>
              <a:buSzPts val="1430"/>
              <a:buChar char="■"/>
            </a:pPr>
            <a:r>
              <a:rPr lang="en-US"/>
              <a:t>Users can create for the collection of nodes that have a particular label</a:t>
            </a:r>
            <a:endParaRPr/>
          </a:p>
          <a:p>
            <a:pPr indent="-285750" lvl="1" marL="742950" rtl="0" algn="l">
              <a:spcBef>
                <a:spcPts val="520"/>
              </a:spcBef>
              <a:spcAft>
                <a:spcPts val="0"/>
              </a:spcAft>
              <a:buSzPts val="1430"/>
              <a:buChar char="■"/>
            </a:pPr>
            <a:r>
              <a:rPr lang="en-US"/>
              <a:t>One or more properties can be indexed</a:t>
            </a:r>
            <a:endParaRPr/>
          </a:p>
        </p:txBody>
      </p:sp>
      <p:sp>
        <p:nvSpPr>
          <p:cNvPr id="1477" name="Google Shape;1477;p134"/>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35"/>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The Cypher Query Language of Neo4j</a:t>
            </a:r>
            <a:endParaRPr/>
          </a:p>
        </p:txBody>
      </p:sp>
      <p:sp>
        <p:nvSpPr>
          <p:cNvPr id="1483" name="Google Shape;1483;p135"/>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Cypher query made up of clauses</a:t>
            </a:r>
            <a:endParaRPr/>
          </a:p>
          <a:p>
            <a:pPr indent="-342900" lvl="0" marL="342900" rtl="0" algn="l">
              <a:spcBef>
                <a:spcPts val="560"/>
              </a:spcBef>
              <a:spcAft>
                <a:spcPts val="0"/>
              </a:spcAft>
              <a:buSzPts val="1680"/>
              <a:buChar char="■"/>
            </a:pPr>
            <a:r>
              <a:rPr lang="en-US"/>
              <a:t>Result from one clause can be the input to the next clause in the query</a:t>
            </a:r>
            <a:endParaRPr/>
          </a:p>
        </p:txBody>
      </p:sp>
      <p:sp>
        <p:nvSpPr>
          <p:cNvPr id="1484" name="Google Shape;1484;p135"/>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136"/>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The Cypher Query Language of Neo4j (cont’d.)</a:t>
            </a:r>
            <a:endParaRPr/>
          </a:p>
        </p:txBody>
      </p:sp>
      <p:sp>
        <p:nvSpPr>
          <p:cNvPr id="1490" name="Google Shape;1490;p136"/>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
        <p:nvSpPr>
          <p:cNvPr id="1491" name="Google Shape;1491;p136"/>
          <p:cNvSpPr txBox="1"/>
          <p:nvPr/>
        </p:nvSpPr>
        <p:spPr>
          <a:xfrm>
            <a:off x="2667001" y="5581871"/>
            <a:ext cx="637698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24.4 (cont’d.) Examples in Neo4j using the Cypher language (c) Basic syntax of Cypher queries</a:t>
            </a:r>
            <a:endParaRPr/>
          </a:p>
        </p:txBody>
      </p:sp>
      <p:pic>
        <p:nvPicPr>
          <p:cNvPr id="1492" name="Google Shape;1492;p136"/>
          <p:cNvPicPr preferRelativeResize="0"/>
          <p:nvPr/>
        </p:nvPicPr>
        <p:blipFill rotWithShape="1">
          <a:blip r:embed="rId3">
            <a:alphaModFix/>
          </a:blip>
          <a:srcRect b="0" l="0" r="0" t="0"/>
          <a:stretch/>
        </p:blipFill>
        <p:spPr>
          <a:xfrm>
            <a:off x="2286001" y="2070354"/>
            <a:ext cx="7476387" cy="302895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137"/>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The Cypher Query Language of Neo4j (cont’d.)</a:t>
            </a:r>
            <a:endParaRPr/>
          </a:p>
        </p:txBody>
      </p:sp>
      <p:sp>
        <p:nvSpPr>
          <p:cNvPr id="1498" name="Google Shape;1498;p137"/>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Slide 24- </a:t>
            </a:r>
            <a:fld id="{00000000-1234-1234-1234-123412341234}" type="slidenum">
              <a:rPr lang="en-US"/>
              <a:t>‹#›</a:t>
            </a:fld>
            <a:endParaRPr/>
          </a:p>
        </p:txBody>
      </p:sp>
      <p:sp>
        <p:nvSpPr>
          <p:cNvPr id="1499" name="Google Shape;1499;p137"/>
          <p:cNvSpPr txBox="1"/>
          <p:nvPr/>
        </p:nvSpPr>
        <p:spPr>
          <a:xfrm>
            <a:off x="1828800" y="3269849"/>
            <a:ext cx="33528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Figure 24.4 (cont’d.) Examples in Neo4j using the Cypher language (d) Examples of Cypher queries</a:t>
            </a:r>
            <a:endParaRPr/>
          </a:p>
        </p:txBody>
      </p:sp>
      <p:pic>
        <p:nvPicPr>
          <p:cNvPr id="1500" name="Google Shape;1500;p137"/>
          <p:cNvPicPr preferRelativeResize="0"/>
          <p:nvPr/>
        </p:nvPicPr>
        <p:blipFill rotWithShape="1">
          <a:blip r:embed="rId3">
            <a:alphaModFix/>
          </a:blip>
          <a:srcRect b="0" l="0" r="0" t="0"/>
          <a:stretch/>
        </p:blipFill>
        <p:spPr>
          <a:xfrm>
            <a:off x="5410200" y="1591174"/>
            <a:ext cx="4514850" cy="484213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138"/>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Neo4j Interfaces and Distributed System Characteristics</a:t>
            </a:r>
            <a:endParaRPr/>
          </a:p>
        </p:txBody>
      </p:sp>
      <p:sp>
        <p:nvSpPr>
          <p:cNvPr id="1506" name="Google Shape;1506;p138"/>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Enterprise edition versus community edition</a:t>
            </a:r>
            <a:endParaRPr/>
          </a:p>
          <a:p>
            <a:pPr indent="-285750" lvl="1" marL="742950" rtl="0" algn="l">
              <a:spcBef>
                <a:spcPts val="520"/>
              </a:spcBef>
              <a:spcAft>
                <a:spcPts val="0"/>
              </a:spcAft>
              <a:buSzPts val="1430"/>
              <a:buChar char="■"/>
            </a:pPr>
            <a:r>
              <a:rPr lang="en-US"/>
              <a:t>Enterprise edition supports caching, clustering of data, and locking</a:t>
            </a:r>
            <a:endParaRPr/>
          </a:p>
          <a:p>
            <a:pPr indent="-342900" lvl="0" marL="342900" rtl="0" algn="l">
              <a:spcBef>
                <a:spcPts val="560"/>
              </a:spcBef>
              <a:spcAft>
                <a:spcPts val="0"/>
              </a:spcAft>
              <a:buSzPts val="1680"/>
              <a:buChar char="■"/>
            </a:pPr>
            <a:r>
              <a:rPr lang="en-US"/>
              <a:t>Graph visualization interface</a:t>
            </a:r>
            <a:endParaRPr/>
          </a:p>
          <a:p>
            <a:pPr indent="-285750" lvl="1" marL="742950" rtl="0" algn="l">
              <a:spcBef>
                <a:spcPts val="520"/>
              </a:spcBef>
              <a:spcAft>
                <a:spcPts val="0"/>
              </a:spcAft>
              <a:buSzPts val="1430"/>
              <a:buChar char="■"/>
            </a:pPr>
            <a:r>
              <a:rPr lang="en-US"/>
              <a:t>Subset of nodes and edges in a database graph can be displayed as a graph</a:t>
            </a:r>
            <a:endParaRPr/>
          </a:p>
          <a:p>
            <a:pPr indent="-285750" lvl="1" marL="742950" rtl="0" algn="l">
              <a:spcBef>
                <a:spcPts val="520"/>
              </a:spcBef>
              <a:spcAft>
                <a:spcPts val="0"/>
              </a:spcAft>
              <a:buSzPts val="1430"/>
              <a:buChar char="■"/>
            </a:pPr>
            <a:r>
              <a:rPr lang="en-US"/>
              <a:t>Used to visualize query results</a:t>
            </a:r>
            <a:endParaRPr/>
          </a:p>
          <a:p>
            <a:pPr indent="-342900" lvl="0" marL="342900" rtl="0" algn="l">
              <a:spcBef>
                <a:spcPts val="560"/>
              </a:spcBef>
              <a:spcAft>
                <a:spcPts val="0"/>
              </a:spcAft>
              <a:buSzPts val="1680"/>
              <a:buChar char="■"/>
            </a:pPr>
            <a:r>
              <a:rPr lang="en-US"/>
              <a:t>Master-slave replication</a:t>
            </a:r>
            <a:endParaRPr/>
          </a:p>
          <a:p>
            <a:pPr indent="-342900" lvl="0" marL="342900" rtl="0" algn="l">
              <a:spcBef>
                <a:spcPts val="560"/>
              </a:spcBef>
              <a:spcAft>
                <a:spcPts val="0"/>
              </a:spcAft>
              <a:buSzPts val="1680"/>
              <a:buChar char="■"/>
            </a:pPr>
            <a:r>
              <a:rPr lang="en-US"/>
              <a:t>Caching</a:t>
            </a:r>
            <a:endParaRPr/>
          </a:p>
          <a:p>
            <a:pPr indent="-342900" lvl="0" marL="342900" rtl="0" algn="l">
              <a:spcBef>
                <a:spcPts val="560"/>
              </a:spcBef>
              <a:spcAft>
                <a:spcPts val="0"/>
              </a:spcAft>
              <a:buSzPts val="1680"/>
              <a:buChar char="■"/>
            </a:pPr>
            <a:r>
              <a:rPr lang="en-US"/>
              <a:t>Logical logs</a:t>
            </a:r>
            <a:endParaRPr/>
          </a:p>
        </p:txBody>
      </p:sp>
      <p:sp>
        <p:nvSpPr>
          <p:cNvPr id="1507" name="Google Shape;1507;p138"/>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139"/>
          <p:cNvSpPr txBox="1"/>
          <p:nvPr>
            <p:ph type="title"/>
          </p:nvPr>
        </p:nvSpPr>
        <p:spPr>
          <a:xfrm>
            <a:off x="304801" y="303214"/>
            <a:ext cx="10394951"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24.7 Summary</a:t>
            </a:r>
            <a:endParaRPr/>
          </a:p>
        </p:txBody>
      </p:sp>
      <p:sp>
        <p:nvSpPr>
          <p:cNvPr id="1513" name="Google Shape;1513;p139"/>
          <p:cNvSpPr txBox="1"/>
          <p:nvPr>
            <p:ph idx="1" type="body"/>
          </p:nvPr>
        </p:nvSpPr>
        <p:spPr>
          <a:xfrm>
            <a:off x="319618"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spcBef>
                <a:spcPts val="0"/>
              </a:spcBef>
              <a:spcAft>
                <a:spcPts val="0"/>
              </a:spcAft>
              <a:buSzPts val="1680"/>
              <a:buChar char="■"/>
            </a:pPr>
            <a:r>
              <a:rPr lang="en-US"/>
              <a:t>NOSQL systems focus on storage of “big data”</a:t>
            </a:r>
            <a:endParaRPr/>
          </a:p>
          <a:p>
            <a:pPr indent="-342900" lvl="0" marL="342900" rtl="0" algn="l">
              <a:spcBef>
                <a:spcPts val="560"/>
              </a:spcBef>
              <a:spcAft>
                <a:spcPts val="0"/>
              </a:spcAft>
              <a:buSzPts val="1680"/>
              <a:buChar char="■"/>
            </a:pPr>
            <a:r>
              <a:rPr lang="en-US"/>
              <a:t>General categories</a:t>
            </a:r>
            <a:endParaRPr/>
          </a:p>
          <a:p>
            <a:pPr indent="-285750" lvl="1" marL="742950" rtl="0" algn="l">
              <a:spcBef>
                <a:spcPts val="520"/>
              </a:spcBef>
              <a:spcAft>
                <a:spcPts val="0"/>
              </a:spcAft>
              <a:buSzPts val="1430"/>
              <a:buChar char="■"/>
            </a:pPr>
            <a:r>
              <a:rPr lang="en-US"/>
              <a:t>Document-based</a:t>
            </a:r>
            <a:endParaRPr/>
          </a:p>
          <a:p>
            <a:pPr indent="-285750" lvl="1" marL="742950" rtl="0" algn="l">
              <a:spcBef>
                <a:spcPts val="520"/>
              </a:spcBef>
              <a:spcAft>
                <a:spcPts val="0"/>
              </a:spcAft>
              <a:buSzPts val="1430"/>
              <a:buChar char="■"/>
            </a:pPr>
            <a:r>
              <a:rPr lang="en-US"/>
              <a:t>Key-value stores</a:t>
            </a:r>
            <a:endParaRPr/>
          </a:p>
          <a:p>
            <a:pPr indent="-285750" lvl="1" marL="742950" rtl="0" algn="l">
              <a:spcBef>
                <a:spcPts val="520"/>
              </a:spcBef>
              <a:spcAft>
                <a:spcPts val="0"/>
              </a:spcAft>
              <a:buSzPts val="1430"/>
              <a:buChar char="■"/>
            </a:pPr>
            <a:r>
              <a:rPr lang="en-US"/>
              <a:t>Column-based</a:t>
            </a:r>
            <a:endParaRPr/>
          </a:p>
          <a:p>
            <a:pPr indent="-285750" lvl="1" marL="742950" rtl="0" algn="l">
              <a:spcBef>
                <a:spcPts val="520"/>
              </a:spcBef>
              <a:spcAft>
                <a:spcPts val="0"/>
              </a:spcAft>
              <a:buSzPts val="1430"/>
              <a:buChar char="■"/>
            </a:pPr>
            <a:r>
              <a:rPr lang="en-US"/>
              <a:t>Graph-based</a:t>
            </a:r>
            <a:endParaRPr/>
          </a:p>
          <a:p>
            <a:pPr indent="-285750" lvl="1" marL="742950" rtl="0" algn="l">
              <a:spcBef>
                <a:spcPts val="520"/>
              </a:spcBef>
              <a:spcAft>
                <a:spcPts val="0"/>
              </a:spcAft>
              <a:buSzPts val="1430"/>
              <a:buChar char="■"/>
            </a:pPr>
            <a:r>
              <a:rPr lang="en-US"/>
              <a:t>Some systems use techniques spanning two or more categories</a:t>
            </a:r>
            <a:endParaRPr/>
          </a:p>
          <a:p>
            <a:pPr indent="-342900" lvl="0" marL="342900" rtl="0" algn="l">
              <a:spcBef>
                <a:spcPts val="560"/>
              </a:spcBef>
              <a:spcAft>
                <a:spcPts val="0"/>
              </a:spcAft>
              <a:buSzPts val="1680"/>
              <a:buChar char="■"/>
            </a:pPr>
            <a:r>
              <a:rPr lang="en-US"/>
              <a:t>Consistency paradigms</a:t>
            </a:r>
            <a:endParaRPr/>
          </a:p>
          <a:p>
            <a:pPr indent="-342900" lvl="0" marL="342900" rtl="0" algn="l">
              <a:spcBef>
                <a:spcPts val="560"/>
              </a:spcBef>
              <a:spcAft>
                <a:spcPts val="0"/>
              </a:spcAft>
              <a:buSzPts val="1680"/>
              <a:buChar char="■"/>
            </a:pPr>
            <a:r>
              <a:rPr lang="en-US"/>
              <a:t>CAP theorem</a:t>
            </a:r>
            <a:endParaRPr/>
          </a:p>
        </p:txBody>
      </p:sp>
      <p:sp>
        <p:nvSpPr>
          <p:cNvPr id="1514" name="Google Shape;1514;p139"/>
          <p:cNvSpPr txBox="1"/>
          <p:nvPr>
            <p:ph idx="12" type="sldNum"/>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990033"/>
              </a:buClr>
              <a:buSzPts val="1400"/>
              <a:buFont typeface="Noto Sans Symbols"/>
              <a:buNone/>
            </a:pPr>
            <a:r>
              <a:rPr b="1" lang="en-US" sz="1400">
                <a:solidFill>
                  <a:srgbClr val="990033"/>
                </a:solidFill>
                <a:latin typeface="Arial"/>
                <a:ea typeface="Arial"/>
                <a:cs typeface="Arial"/>
                <a:sym typeface="Arial"/>
              </a:rPr>
              <a:t>Slide 24- </a:t>
            </a:r>
            <a:fld id="{00000000-1234-1234-1234-123412341234}" type="slidenum">
              <a:rPr b="1" lang="en-US" sz="1400">
                <a:solidFill>
                  <a:srgbClr val="990033"/>
                </a:solidFill>
                <a:latin typeface="Arial"/>
                <a:ea typeface="Arial"/>
                <a:cs typeface="Arial"/>
                <a:sym typeface="Arial"/>
              </a:rPr>
              <a:t>‹#›</a:t>
            </a:fld>
            <a:endParaRPr b="1" sz="1400">
              <a:solidFill>
                <a:srgbClr val="99003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2025-04-27T23:07:32Z</dcterms:created>
  <dc:creator>Admin</dc:creator>
</cp:coreProperties>
</file>