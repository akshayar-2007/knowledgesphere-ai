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4"/>
  </p:notesMasterIdLst>
  <p:handoutMasterIdLst>
    <p:handoutMasterId r:id="rId65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400" r:id="rId22"/>
    <p:sldId id="356" r:id="rId23"/>
    <p:sldId id="357" r:id="rId24"/>
    <p:sldId id="358" r:id="rId25"/>
    <p:sldId id="359" r:id="rId26"/>
    <p:sldId id="403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404" r:id="rId35"/>
    <p:sldId id="370" r:id="rId36"/>
    <p:sldId id="371" r:id="rId37"/>
    <p:sldId id="40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737" autoAdjust="0"/>
  </p:normalViewPr>
  <p:slideViewPr>
    <p:cSldViewPr snapToGrid="0">
      <p:cViewPr varScale="1">
        <p:scale>
          <a:sx n="111" d="100"/>
          <a:sy n="111" d="100"/>
        </p:scale>
        <p:origin x="-1614" y="-7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xmlns="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xmlns="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xmlns="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xmlns="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365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xmlns="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xmlns="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xmlns="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xmlns="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xmlns="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9630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59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60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xmlns="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xmlns="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xmlns="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xmlns="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r>
              <a:rPr lang="en-US" altLang="en-US" sz="1700" b="1" i="1" dirty="0"/>
              <a:t/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r>
              <a:rPr lang="en-US" altLang="en-US" sz="1700" b="1" i="1" dirty="0"/>
              <a:t/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Self Join Example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357524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Relation </a:t>
            </a:r>
            <a:r>
              <a:rPr lang="en-US" altLang="en-US" sz="1700" i="1" dirty="0" err="1"/>
              <a:t>emp</a:t>
            </a:r>
            <a:r>
              <a:rPr lang="en-US" altLang="en-US" sz="1700" i="1" dirty="0"/>
              <a:t>-super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buNone/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Can you find  ALL the supervisors (direct and indirect) of “Bob”?</a:t>
            </a:r>
          </a:p>
          <a:p>
            <a:pPr>
              <a:tabLst>
                <a:tab pos="2055813" algn="l"/>
              </a:tabLst>
            </a:pPr>
            <a:endParaRPr lang="en-US" altLang="en-US" sz="1700" dirty="0"/>
          </a:p>
          <a:p>
            <a:pPr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1" descr="C:\Users\as668\Desktop\Judi\3_1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8" y="1658092"/>
            <a:ext cx="1784870" cy="1261759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r>
              <a:rPr kumimoji="0" lang="en-US" altLang="en-US" sz="1700" i="1" dirty="0"/>
              <a:t/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</a:t>
            </a:r>
            <a:r>
              <a:rPr lang="en-US" altLang="en-US" sz="1700" dirty="0">
                <a:solidFill>
                  <a:srgbClr val="FF0000"/>
                </a:solidFill>
              </a:rPr>
              <a:t>or</a:t>
            </a:r>
            <a:r>
              <a:rPr lang="en-US" altLang="en-US" sz="1700" dirty="0"/>
              <a:t>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</a:t>
            </a:r>
            <a:r>
              <a:rPr lang="en-US" altLang="en-US" sz="1700" dirty="0">
                <a:solidFill>
                  <a:srgbClr val="FF0000"/>
                </a:solidFill>
              </a:rPr>
              <a:t>and</a:t>
            </a:r>
            <a:r>
              <a:rPr lang="en-US" altLang="en-US" sz="1700" dirty="0"/>
              <a:t>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</a:t>
            </a:r>
            <a:r>
              <a:rPr lang="en-US" altLang="en-US" sz="1700" dirty="0">
                <a:solidFill>
                  <a:srgbClr val="FF0000"/>
                </a:solidFill>
              </a:rPr>
              <a:t>but not in </a:t>
            </a:r>
            <a:r>
              <a:rPr lang="en-US" altLang="en-US" sz="1700" dirty="0"/>
              <a:t>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/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870710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i="1" dirty="0">
                <a:sym typeface="Symbol" panose="05050102010706020507" pitchFamily="18" charset="2"/>
              </a:rPr>
              <a:t/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r>
              <a:rPr lang="en-US" altLang="en-US" sz="1700" b="1" dirty="0"/>
              <a:t/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r>
              <a:rPr lang="en-US" altLang="en-US" sz="1700" i="1" dirty="0"/>
              <a:t/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r>
              <a:rPr lang="en-US" altLang="en-US" sz="1700" dirty="0">
                <a:sym typeface="Symbol" panose="05050102010706020507" pitchFamily="18" charset="2"/>
              </a:rPr>
              <a:t/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92781</TotalTime>
  <Words>2653</Words>
  <Application>Microsoft Office PowerPoint</Application>
  <PresentationFormat>On-screen Show (4:3)</PresentationFormat>
  <Paragraphs>589</Paragraphs>
  <Slides>62</Slides>
  <Notes>61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  <vt:variant>
        <vt:lpstr>Custom Shows</vt:lpstr>
      </vt:variant>
      <vt:variant>
        <vt:i4>1</vt:i4>
      </vt:variant>
    </vt:vector>
  </HeadingPairs>
  <TitlesOfParts>
    <vt:vector size="64" baseType="lpstr"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Form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PC</cp:lastModifiedBy>
  <cp:revision>475</cp:revision>
  <cp:lastPrinted>1999-06-28T19:27:31Z</cp:lastPrinted>
  <dcterms:created xsi:type="dcterms:W3CDTF">2009-12-21T15:40:22Z</dcterms:created>
  <dcterms:modified xsi:type="dcterms:W3CDTF">2025-12-30T01:10:17Z</dcterms:modified>
</cp:coreProperties>
</file>